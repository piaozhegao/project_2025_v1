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1154" r:id="rId2"/>
    <p:sldId id="1144" r:id="rId3"/>
    <p:sldId id="1153" r:id="rId4"/>
    <p:sldId id="1150" r:id="rId5"/>
    <p:sldId id="1151" r:id="rId6"/>
    <p:sldId id="1152" r:id="rId7"/>
    <p:sldId id="1149" r:id="rId8"/>
    <p:sldId id="1147" r:id="rId9"/>
    <p:sldId id="1129" r:id="rId10"/>
    <p:sldId id="1132" r:id="rId11"/>
    <p:sldId id="1134" r:id="rId12"/>
    <p:sldId id="1133" r:id="rId13"/>
    <p:sldId id="275" r:id="rId14"/>
    <p:sldId id="1142" r:id="rId15"/>
    <p:sldId id="1143" r:id="rId16"/>
    <p:sldId id="1140" r:id="rId17"/>
    <p:sldId id="114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논문 그림" id="{15BED288-C706-4C5E-9454-02EBF23567BD}">
          <p14:sldIdLst>
            <p14:sldId id="1154"/>
            <p14:sldId id="1144"/>
          </p14:sldIdLst>
        </p14:section>
        <p14:section name="부록 - 그림 1" id="{0ABB28A4-1490-4AD7-847D-65BE956B1BE4}">
          <p14:sldIdLst>
            <p14:sldId id="1153"/>
            <p14:sldId id="1150"/>
            <p14:sldId id="1151"/>
            <p14:sldId id="1152"/>
            <p14:sldId id="1149"/>
            <p14:sldId id="1147"/>
            <p14:sldId id="1129"/>
            <p14:sldId id="1132"/>
            <p14:sldId id="1134"/>
            <p14:sldId id="1133"/>
            <p14:sldId id="275"/>
          </p14:sldIdLst>
        </p14:section>
        <p14:section name="부록 - 그림 2" id="{9B375C5D-D767-4339-8471-D879C1ED6EFF}">
          <p14:sldIdLst>
            <p14:sldId id="1142"/>
            <p14:sldId id="1143"/>
            <p14:sldId id="1140"/>
          </p14:sldIdLst>
        </p14:section>
        <p14:section name="부록 - 그림 3" id="{08D1F598-7735-4C55-A56E-B7AD83C20B3D}">
          <p14:sldIdLst>
            <p14:sldId id="11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26DA"/>
    <a:srgbClr val="E3AEEE"/>
    <a:srgbClr val="F5B7BF"/>
    <a:srgbClr val="B6C7EA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3367" autoAdjust="0"/>
  </p:normalViewPr>
  <p:slideViewPr>
    <p:cSldViewPr snapToGrid="0" showGuides="1">
      <p:cViewPr>
        <p:scale>
          <a:sx n="75" d="100"/>
          <a:sy n="75" d="100"/>
        </p:scale>
        <p:origin x="1476" y="498"/>
      </p:cViewPr>
      <p:guideLst>
        <p:guide orient="horz" pos="2154"/>
        <p:guide pos="388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D7DD0-D248-F432-F404-26419DA38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62EA3A-0BE5-E97B-A14A-65CBBA594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FB42A9-B884-224E-83B0-C444881A0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EF93CC-8390-5AA9-C228-296F8E119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7BD33-8118-4B5F-A90F-BAA74B8CF45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729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F3D2A-7123-8CB2-75E4-448AF18C3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01A51-A99C-B006-6E97-E689F9C6B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1DBF08-4A64-F201-0CED-82F5E1C8B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Block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AD3CAA-E9F6-9E27-05E7-764C9850E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7BD33-8118-4B5F-A90F-BAA74B8CF45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134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8B1F0-0266-9541-7F0A-22A0DAA45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0A40FB-D0BE-7634-059B-AB0E87906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362711-4C31-DC32-711F-6D1381BAF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7C1DD2-019C-D6CD-A97C-2C2D4452E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7BD33-8118-4B5F-A90F-BAA74B8CF45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697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79F39-DED2-D3CF-9E62-A703FEA4A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F01F87-4031-3E91-C53C-0B43E373F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F9D537-1CA5-F84A-26C6-61AE763B3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C91F12-4EA0-5A73-107A-9FC04D5EE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7BD33-8118-4B5F-A90F-BAA74B8CF459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741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54EF6-D0F1-A8DB-09C2-97CC6BDA9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59D327-DC51-E772-A986-39BDAD5BF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338412-C6B0-B069-A9AF-FF3F9A4D1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C1C24F-B093-1FDE-5EB9-3CE0C0BF2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7BD33-8118-4B5F-A90F-BAA74B8CF459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390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2025/9/18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jpeg"/><Relationship Id="rId7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2.png"/><Relationship Id="rId5" Type="http://schemas.openxmlformats.org/officeDocument/2006/relationships/image" Target="../media/image37.png"/><Relationship Id="rId10" Type="http://schemas.openxmlformats.org/officeDocument/2006/relationships/image" Target="../media/image11.png"/><Relationship Id="rId4" Type="http://schemas.openxmlformats.org/officeDocument/2006/relationships/image" Target="../media/image36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jpeg"/><Relationship Id="rId7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11.png"/><Relationship Id="rId4" Type="http://schemas.openxmlformats.org/officeDocument/2006/relationships/image" Target="../media/image36.png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F0E34-69A5-6F04-E45C-0D22406BC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E8E61C8-E39E-FC91-C200-D76886F3AF17}"/>
              </a:ext>
            </a:extLst>
          </p:cNvPr>
          <p:cNvSpPr/>
          <p:nvPr/>
        </p:nvSpPr>
        <p:spPr>
          <a:xfrm>
            <a:off x="4199706" y="3079867"/>
            <a:ext cx="1631720" cy="6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좌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split</a:t>
            </a:r>
            <a:endParaRPr lang="ko-KR" altLang="en-US" sz="14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E3C83F6-26F4-9602-70C4-A451696A7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361" y="711689"/>
            <a:ext cx="1047902" cy="22840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F153014-83B5-D79F-015A-E979DC89E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394" y="711689"/>
            <a:ext cx="1047902" cy="228409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108A61F-823C-1B12-0CA8-119CFE8EE07C}"/>
              </a:ext>
            </a:extLst>
          </p:cNvPr>
          <p:cNvSpPr/>
          <p:nvPr/>
        </p:nvSpPr>
        <p:spPr>
          <a:xfrm>
            <a:off x="3279394" y="1854689"/>
            <a:ext cx="1047902" cy="1140609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8A95032-EADE-0A2C-901E-323EE9D0886B}"/>
              </a:ext>
            </a:extLst>
          </p:cNvPr>
          <p:cNvGrpSpPr/>
          <p:nvPr/>
        </p:nvGrpSpPr>
        <p:grpSpPr>
          <a:xfrm>
            <a:off x="5932610" y="934699"/>
            <a:ext cx="2600023" cy="2059646"/>
            <a:chOff x="5815186" y="3911766"/>
            <a:chExt cx="2600023" cy="2059646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498D66C-5BA3-EEC6-B03E-F2D74B48CC90}"/>
                </a:ext>
              </a:extLst>
            </p:cNvPr>
            <p:cNvSpPr/>
            <p:nvPr/>
          </p:nvSpPr>
          <p:spPr>
            <a:xfrm>
              <a:off x="5815186" y="3934587"/>
              <a:ext cx="2600023" cy="2036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7171FA1-1DE5-523D-3B83-F04850DAA363}"/>
                </a:ext>
              </a:extLst>
            </p:cNvPr>
            <p:cNvSpPr/>
            <p:nvPr/>
          </p:nvSpPr>
          <p:spPr>
            <a:xfrm>
              <a:off x="5815186" y="3911766"/>
              <a:ext cx="2600023" cy="48875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2D</a:t>
              </a:r>
              <a:r>
                <a:rPr lang="ko-KR" altLang="en-US" sz="1400" dirty="0">
                  <a:solidFill>
                    <a:schemeClr val="tx1"/>
                  </a:solidFill>
                </a:rPr>
                <a:t>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UNet</a:t>
              </a:r>
              <a:r>
                <a:rPr lang="en-US" altLang="ko-KR" sz="1400" dirty="0">
                  <a:solidFill>
                    <a:schemeClr val="tx1"/>
                  </a:solidFill>
                </a:rPr>
                <a:t> </a:t>
              </a:r>
              <a:r>
                <a:rPr lang="ko-KR" altLang="en-US" sz="1400" dirty="0">
                  <a:solidFill>
                    <a:schemeClr val="tx1"/>
                  </a:solidFill>
                </a:rPr>
                <a:t>기반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identify the  AIIS </a:t>
              </a:r>
              <a:r>
                <a:rPr lang="ko-KR" altLang="en-US" sz="1400" dirty="0">
                  <a:solidFill>
                    <a:schemeClr val="tx1"/>
                  </a:solidFill>
                </a:rPr>
                <a:t>모듈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64CD764-8822-C0A8-9F37-E7CC40BE0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79021" y="4519506"/>
              <a:ext cx="2435487" cy="1307543"/>
            </a:xfrm>
            <a:prstGeom prst="rect">
              <a:avLst/>
            </a:prstGeom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9C9EB2FE-047F-E352-198E-BEE406D5D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146" y="1853738"/>
            <a:ext cx="978028" cy="114060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5C9D12-30D5-7012-72D0-1910C8A14D43}"/>
              </a:ext>
            </a:extLst>
          </p:cNvPr>
          <p:cNvSpPr/>
          <p:nvPr/>
        </p:nvSpPr>
        <p:spPr>
          <a:xfrm>
            <a:off x="5037035" y="1853737"/>
            <a:ext cx="499140" cy="1140609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2A3BE1-881A-DB5E-4643-F4729A5EC056}"/>
              </a:ext>
            </a:extLst>
          </p:cNvPr>
          <p:cNvSpPr/>
          <p:nvPr/>
        </p:nvSpPr>
        <p:spPr>
          <a:xfrm>
            <a:off x="2391635" y="3047336"/>
            <a:ext cx="1631720" cy="6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영상에서 하위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50%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4727C56-EF3B-5836-8131-C88A33F52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4904" y="1490622"/>
            <a:ext cx="808927" cy="971362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ED8F64-AD2C-B489-1ECB-96BF58A49AFC}"/>
              </a:ext>
            </a:extLst>
          </p:cNvPr>
          <p:cNvSpPr/>
          <p:nvPr/>
        </p:nvSpPr>
        <p:spPr>
          <a:xfrm>
            <a:off x="7950317" y="3016029"/>
            <a:ext cx="1631720" cy="6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AIIS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위치 추출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05A83C-4C72-E34D-A575-7B3020E0329E}"/>
              </a:ext>
            </a:extLst>
          </p:cNvPr>
          <p:cNvSpPr/>
          <p:nvPr/>
        </p:nvSpPr>
        <p:spPr>
          <a:xfrm>
            <a:off x="9919720" y="2994343"/>
            <a:ext cx="1631720" cy="6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AIIS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부터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32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장 </a:t>
            </a:r>
            <a:endParaRPr lang="en-US" altLang="ko-KR" sz="14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00CD84F-FF3A-B857-0D0F-5E5662B5C896}"/>
              </a:ext>
            </a:extLst>
          </p:cNvPr>
          <p:cNvGrpSpPr/>
          <p:nvPr/>
        </p:nvGrpSpPr>
        <p:grpSpPr>
          <a:xfrm>
            <a:off x="8832159" y="1853735"/>
            <a:ext cx="499140" cy="1140609"/>
            <a:chOff x="8034243" y="4909357"/>
            <a:chExt cx="499140" cy="11406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FE20F36-E7B1-F02D-4405-744778D2A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8964"/>
            <a:stretch>
              <a:fillRect/>
            </a:stretch>
          </p:blipFill>
          <p:spPr>
            <a:xfrm>
              <a:off x="8034243" y="4909357"/>
              <a:ext cx="499140" cy="1140609"/>
            </a:xfrm>
            <a:prstGeom prst="rect">
              <a:avLst/>
            </a:prstGeom>
          </p:spPr>
        </p:pic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C252AA0A-56DE-3C44-9A73-91519430682F}"/>
                </a:ext>
              </a:extLst>
            </p:cNvPr>
            <p:cNvSpPr/>
            <p:nvPr/>
          </p:nvSpPr>
          <p:spPr>
            <a:xfrm>
              <a:off x="8140285" y="5331106"/>
              <a:ext cx="189726" cy="127862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F1F7B6A-7D52-FBA5-9224-E877F0BEC4C6}"/>
              </a:ext>
            </a:extLst>
          </p:cNvPr>
          <p:cNvCxnSpPr>
            <a:cxnSpLocks/>
            <a:stCxn id="18" idx="7"/>
            <a:endCxn id="13" idx="1"/>
          </p:cNvCxnSpPr>
          <p:nvPr/>
        </p:nvCxnSpPr>
        <p:spPr>
          <a:xfrm flipV="1">
            <a:off x="9100142" y="1976303"/>
            <a:ext cx="454762" cy="31790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8368B58-3AAF-7FA2-E94E-67BD7D2818BC}"/>
              </a:ext>
            </a:extLst>
          </p:cNvPr>
          <p:cNvGrpSpPr/>
          <p:nvPr/>
        </p:nvGrpSpPr>
        <p:grpSpPr>
          <a:xfrm>
            <a:off x="10587436" y="1853734"/>
            <a:ext cx="499140" cy="1140609"/>
            <a:chOff x="8034243" y="4909357"/>
            <a:chExt cx="499140" cy="1140609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AA944AB-FC84-D251-1946-AD3BFEBED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8964"/>
            <a:stretch>
              <a:fillRect/>
            </a:stretch>
          </p:blipFill>
          <p:spPr>
            <a:xfrm>
              <a:off x="8034243" y="4909357"/>
              <a:ext cx="499140" cy="1140609"/>
            </a:xfrm>
            <a:prstGeom prst="rect">
              <a:avLst/>
            </a:prstGeom>
          </p:spPr>
        </p:pic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F4A9EDBD-FB38-7F62-2032-4C535BA0003C}"/>
                </a:ext>
              </a:extLst>
            </p:cNvPr>
            <p:cNvSpPr/>
            <p:nvPr/>
          </p:nvSpPr>
          <p:spPr>
            <a:xfrm>
              <a:off x="8140285" y="5331106"/>
              <a:ext cx="189726" cy="127862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ACF81FA-F4C3-8E81-D5F4-B9E48EC6DFFF}"/>
              </a:ext>
            </a:extLst>
          </p:cNvPr>
          <p:cNvSpPr/>
          <p:nvPr/>
        </p:nvSpPr>
        <p:spPr>
          <a:xfrm>
            <a:off x="10581333" y="2294209"/>
            <a:ext cx="499140" cy="40302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CDDB5C4-CC01-3F44-F04D-A6F570C0B71C}"/>
              </a:ext>
            </a:extLst>
          </p:cNvPr>
          <p:cNvGrpSpPr/>
          <p:nvPr/>
        </p:nvGrpSpPr>
        <p:grpSpPr>
          <a:xfrm>
            <a:off x="5568993" y="4409110"/>
            <a:ext cx="4356014" cy="2359373"/>
            <a:chOff x="9206773" y="-9153"/>
            <a:chExt cx="5975169" cy="3236365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735C796-019C-02CF-094C-9E90C7DE9168}"/>
                </a:ext>
              </a:extLst>
            </p:cNvPr>
            <p:cNvSpPr/>
            <p:nvPr/>
          </p:nvSpPr>
          <p:spPr>
            <a:xfrm>
              <a:off x="9206773" y="-1"/>
              <a:ext cx="5975169" cy="3227213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BC76F136-1A9B-E2C2-0136-E4BEB172D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13736" y="424225"/>
              <a:ext cx="5556528" cy="2779661"/>
            </a:xfrm>
            <a:prstGeom prst="rect">
              <a:avLst/>
            </a:prstGeom>
          </p:spPr>
        </p:pic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D507F9A-925B-A22C-0C4C-F17E9AA543EA}"/>
                </a:ext>
              </a:extLst>
            </p:cNvPr>
            <p:cNvSpPr/>
            <p:nvPr/>
          </p:nvSpPr>
          <p:spPr>
            <a:xfrm>
              <a:off x="9206773" y="-9153"/>
              <a:ext cx="5975169" cy="30777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이미지 확장 모듈</a:t>
              </a:r>
            </a:p>
          </p:txBody>
        </p:sp>
      </p:grpSp>
      <p:cxnSp>
        <p:nvCxnSpPr>
          <p:cNvPr id="33" name="꺾인 연결선 30">
            <a:extLst>
              <a:ext uri="{FF2B5EF4-FFF2-40B4-BE49-F238E27FC236}">
                <a16:creationId xmlns:a16="http://schemas.microsoft.com/office/drawing/2014/main" id="{8B05EFDC-E5A3-83F6-68C3-6EA52103F970}"/>
              </a:ext>
            </a:extLst>
          </p:cNvPr>
          <p:cNvCxnSpPr>
            <a:cxnSpLocks/>
            <a:stCxn id="41" idx="3"/>
            <a:endCxn id="26" idx="3"/>
          </p:cNvCxnSpPr>
          <p:nvPr/>
        </p:nvCxnSpPr>
        <p:spPr>
          <a:xfrm flipH="1">
            <a:off x="9925007" y="2494882"/>
            <a:ext cx="1979329" cy="3097251"/>
          </a:xfrm>
          <a:prstGeom prst="bentConnector3">
            <a:avLst>
              <a:gd name="adj1" fmla="val -11549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그림 40" descr="모노크롬, 의료 영상, 엑스레이 필름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717A48-3F7F-4191-1A2C-3F818861E24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181" y="2139781"/>
            <a:ext cx="594155" cy="71020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D35A4496-DD65-091A-E7A7-2F0F3E2B7531}"/>
              </a:ext>
            </a:extLst>
          </p:cNvPr>
          <p:cNvSpPr/>
          <p:nvPr/>
        </p:nvSpPr>
        <p:spPr>
          <a:xfrm>
            <a:off x="1870361" y="4450082"/>
            <a:ext cx="2885746" cy="22840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이미지 분류 모델 </a:t>
            </a:r>
          </a:p>
        </p:txBody>
      </p:sp>
      <p:cxnSp>
        <p:nvCxnSpPr>
          <p:cNvPr id="44" name="꺾인 연결선 30">
            <a:extLst>
              <a:ext uri="{FF2B5EF4-FFF2-40B4-BE49-F238E27FC236}">
                <a16:creationId xmlns:a16="http://schemas.microsoft.com/office/drawing/2014/main" id="{A8C161B4-C024-38B0-E59C-0F7E647C84A0}"/>
              </a:ext>
            </a:extLst>
          </p:cNvPr>
          <p:cNvCxnSpPr>
            <a:cxnSpLocks/>
            <a:stCxn id="26" idx="1"/>
            <a:endCxn id="43" idx="3"/>
          </p:cNvCxnSpPr>
          <p:nvPr/>
        </p:nvCxnSpPr>
        <p:spPr>
          <a:xfrm rot="10800000">
            <a:off x="4756107" y="5592133"/>
            <a:ext cx="812886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58">
            <a:extLst>
              <a:ext uri="{FF2B5EF4-FFF2-40B4-BE49-F238E27FC236}">
                <a16:creationId xmlns:a16="http://schemas.microsoft.com/office/drawing/2014/main" id="{7E0A59E4-876F-4101-64D5-10D4C6B194AE}"/>
              </a:ext>
            </a:extLst>
          </p:cNvPr>
          <p:cNvSpPr txBox="1"/>
          <p:nvPr/>
        </p:nvSpPr>
        <p:spPr>
          <a:xfrm>
            <a:off x="12756" y="-29468"/>
            <a:ext cx="117220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Fig.2: </a:t>
            </a:r>
            <a:r>
              <a:rPr lang="ko-KR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데이터 </a:t>
            </a:r>
            <a:r>
              <a:rPr lang="ko-KR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전처리</a:t>
            </a:r>
            <a:r>
              <a:rPr lang="ko-KR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학습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데이터 생서 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394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22912-1AEA-70E9-3DC9-F0379E9F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A4A5423-D988-5154-66D3-904F26D74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990" y="3001480"/>
            <a:ext cx="4804249" cy="1811503"/>
          </a:xfrm>
          <a:prstGeom prst="rect">
            <a:avLst/>
          </a:prstGeom>
          <a:ln>
            <a:noFill/>
          </a:ln>
        </p:spPr>
      </p:pic>
      <p:sp>
        <p:nvSpPr>
          <p:cNvPr id="2" name="文本框 58">
            <a:extLst>
              <a:ext uri="{FF2B5EF4-FFF2-40B4-BE49-F238E27FC236}">
                <a16:creationId xmlns:a16="http://schemas.microsoft.com/office/drawing/2014/main" id="{FA96806A-295E-9A5B-D4E2-6E6825F696BD}"/>
              </a:ext>
            </a:extLst>
          </p:cNvPr>
          <p:cNvSpPr txBox="1"/>
          <p:nvPr/>
        </p:nvSpPr>
        <p:spPr>
          <a:xfrm>
            <a:off x="12756" y="-29468"/>
            <a:ext cx="5378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Fig.3:  3D </a:t>
            </a:r>
            <a:r>
              <a:rPr lang="en-US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Encoder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F2BFAFB-2674-2DE9-BAE7-A2FBE4BA2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167" y="412240"/>
            <a:ext cx="5813934" cy="2185601"/>
          </a:xfrm>
          <a:prstGeom prst="rect">
            <a:avLst/>
          </a:prstGeom>
        </p:spPr>
      </p:pic>
      <p:sp>
        <p:nvSpPr>
          <p:cNvPr id="8" name="文本框 58">
            <a:extLst>
              <a:ext uri="{FF2B5EF4-FFF2-40B4-BE49-F238E27FC236}">
                <a16:creationId xmlns:a16="http://schemas.microsoft.com/office/drawing/2014/main" id="{3AFF5AB8-DF0B-74BE-1280-52C5C8CFC665}"/>
              </a:ext>
            </a:extLst>
          </p:cNvPr>
          <p:cNvSpPr txBox="1"/>
          <p:nvPr/>
        </p:nvSpPr>
        <p:spPr>
          <a:xfrm>
            <a:off x="3407651" y="1496229"/>
            <a:ext cx="125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US" altLang="ko-K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B3BB2830-7FE3-4147-BAB8-38D55BA272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1167" y="5084279"/>
            <a:ext cx="5655846" cy="102291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543C7A0-B462-3C68-6A09-837270738BD1}"/>
              </a:ext>
            </a:extLst>
          </p:cNvPr>
          <p:cNvSpPr/>
          <p:nvPr/>
        </p:nvSpPr>
        <p:spPr>
          <a:xfrm>
            <a:off x="4959350" y="1047750"/>
            <a:ext cx="2717800" cy="1550091"/>
          </a:xfrm>
          <a:prstGeom prst="rect">
            <a:avLst/>
          </a:prstGeom>
          <a:solidFill>
            <a:srgbClr val="FF0000">
              <a:alpha val="12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B3C65D9-2789-AF55-B778-D70C6C117A75}"/>
              </a:ext>
            </a:extLst>
          </p:cNvPr>
          <p:cNvCxnSpPr>
            <a:cxnSpLocks/>
            <a:stCxn id="9" idx="2"/>
            <a:endCxn id="24" idx="0"/>
          </p:cNvCxnSpPr>
          <p:nvPr/>
        </p:nvCxnSpPr>
        <p:spPr>
          <a:xfrm>
            <a:off x="6318250" y="2597841"/>
            <a:ext cx="0" cy="559401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4324259-ED38-DE18-ACBC-1FC6E3C9CFC5}"/>
              </a:ext>
            </a:extLst>
          </p:cNvPr>
          <p:cNvSpPr/>
          <p:nvPr/>
        </p:nvSpPr>
        <p:spPr>
          <a:xfrm>
            <a:off x="4959350" y="3157242"/>
            <a:ext cx="2717800" cy="1550091"/>
          </a:xfrm>
          <a:prstGeom prst="rect">
            <a:avLst/>
          </a:prstGeom>
          <a:solidFill>
            <a:srgbClr val="FF0000">
              <a:alpha val="12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文本框 58">
            <a:extLst>
              <a:ext uri="{FF2B5EF4-FFF2-40B4-BE49-F238E27FC236}">
                <a16:creationId xmlns:a16="http://schemas.microsoft.com/office/drawing/2014/main" id="{1B8D7EA5-8AB7-94DD-FEF3-4015DBEF20DF}"/>
              </a:ext>
            </a:extLst>
          </p:cNvPr>
          <p:cNvSpPr txBox="1"/>
          <p:nvPr/>
        </p:nvSpPr>
        <p:spPr>
          <a:xfrm>
            <a:off x="3153651" y="3768733"/>
            <a:ext cx="1511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US" altLang="ko-K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-Encoder</a:t>
            </a:r>
          </a:p>
        </p:txBody>
      </p:sp>
    </p:spTree>
    <p:extLst>
      <p:ext uri="{BB962C8B-B14F-4D97-AF65-F5344CB8AC3E}">
        <p14:creationId xmlns:p14="http://schemas.microsoft.com/office/powerpoint/2010/main" val="1448662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AB6F6C8-549E-37C1-2AB3-2F87ECEFC316}"/>
              </a:ext>
            </a:extLst>
          </p:cNvPr>
          <p:cNvSpPr/>
          <p:nvPr/>
        </p:nvSpPr>
        <p:spPr>
          <a:xfrm>
            <a:off x="2548706" y="2609967"/>
            <a:ext cx="1631720" cy="6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좌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split</a:t>
            </a:r>
            <a:endParaRPr lang="ko-KR" altLang="en-US" sz="14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2A309FF-FDC8-A119-2A5D-2DF0CD260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61" y="241789"/>
            <a:ext cx="1047902" cy="22840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B3ED097-2039-8720-C1B2-D3852FE4D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394" y="241789"/>
            <a:ext cx="1047902" cy="228409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0E142D3-9B0E-B77F-CADD-1E336008F9A7}"/>
              </a:ext>
            </a:extLst>
          </p:cNvPr>
          <p:cNvSpPr/>
          <p:nvPr/>
        </p:nvSpPr>
        <p:spPr>
          <a:xfrm>
            <a:off x="1628394" y="1384789"/>
            <a:ext cx="1047902" cy="1140609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DEED2CB-AE7A-4439-4DA7-F525601E5B37}"/>
              </a:ext>
            </a:extLst>
          </p:cNvPr>
          <p:cNvGrpSpPr/>
          <p:nvPr/>
        </p:nvGrpSpPr>
        <p:grpSpPr>
          <a:xfrm>
            <a:off x="4281610" y="464799"/>
            <a:ext cx="2600023" cy="2059646"/>
            <a:chOff x="5815186" y="3911766"/>
            <a:chExt cx="2600023" cy="2059646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BF9573-8C9E-02D6-8928-01C4E876F7AE}"/>
                </a:ext>
              </a:extLst>
            </p:cNvPr>
            <p:cNvSpPr/>
            <p:nvPr/>
          </p:nvSpPr>
          <p:spPr>
            <a:xfrm>
              <a:off x="5815186" y="3934587"/>
              <a:ext cx="2600023" cy="2036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D747327-6DEF-7C3B-2D8F-08FCE8BD4E48}"/>
                </a:ext>
              </a:extLst>
            </p:cNvPr>
            <p:cNvSpPr/>
            <p:nvPr/>
          </p:nvSpPr>
          <p:spPr>
            <a:xfrm>
              <a:off x="5815186" y="3911766"/>
              <a:ext cx="2600023" cy="48875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2D</a:t>
              </a:r>
              <a:r>
                <a:rPr lang="ko-KR" altLang="en-US" sz="1400" dirty="0">
                  <a:solidFill>
                    <a:schemeClr val="tx1"/>
                  </a:solidFill>
                </a:rPr>
                <a:t>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UNet</a:t>
              </a:r>
              <a:r>
                <a:rPr lang="en-US" altLang="ko-KR" sz="1400" dirty="0">
                  <a:solidFill>
                    <a:schemeClr val="tx1"/>
                  </a:solidFill>
                </a:rPr>
                <a:t> </a:t>
              </a:r>
              <a:r>
                <a:rPr lang="ko-KR" altLang="en-US" sz="1400" dirty="0">
                  <a:solidFill>
                    <a:schemeClr val="tx1"/>
                  </a:solidFill>
                </a:rPr>
                <a:t>기반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identify the  AIIS </a:t>
              </a:r>
              <a:r>
                <a:rPr lang="ko-KR" altLang="en-US" sz="1400" dirty="0">
                  <a:solidFill>
                    <a:schemeClr val="tx1"/>
                  </a:solidFill>
                </a:rPr>
                <a:t>모듈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4BF0518-498F-3652-EB2A-5156CF441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79021" y="4519506"/>
              <a:ext cx="2435487" cy="1307543"/>
            </a:xfrm>
            <a:prstGeom prst="rect">
              <a:avLst/>
            </a:prstGeom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525F3B53-C4BE-0CCD-D7FE-4ED831A6B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146" y="1383838"/>
            <a:ext cx="978028" cy="114060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4BA6D5-34B8-C706-BA49-B0471C4B90D0}"/>
              </a:ext>
            </a:extLst>
          </p:cNvPr>
          <p:cNvSpPr/>
          <p:nvPr/>
        </p:nvSpPr>
        <p:spPr>
          <a:xfrm>
            <a:off x="3386035" y="1383837"/>
            <a:ext cx="499140" cy="1140609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D111D52-9099-619A-831A-68CA8CAF17BF}"/>
              </a:ext>
            </a:extLst>
          </p:cNvPr>
          <p:cNvSpPr/>
          <p:nvPr/>
        </p:nvSpPr>
        <p:spPr>
          <a:xfrm>
            <a:off x="740635" y="2577436"/>
            <a:ext cx="1631720" cy="6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영상에서 하위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50%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B1642F6-3BA5-CE56-9E5B-055B123C1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3904" y="1020722"/>
            <a:ext cx="808927" cy="971362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28B937-5AA5-57B9-47ED-3457C6CA45F4}"/>
              </a:ext>
            </a:extLst>
          </p:cNvPr>
          <p:cNvSpPr/>
          <p:nvPr/>
        </p:nvSpPr>
        <p:spPr>
          <a:xfrm>
            <a:off x="6299317" y="2546129"/>
            <a:ext cx="1631720" cy="6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AIIS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위치 추출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B3620C-6E1F-9769-074A-20768DCC78D6}"/>
              </a:ext>
            </a:extLst>
          </p:cNvPr>
          <p:cNvSpPr/>
          <p:nvPr/>
        </p:nvSpPr>
        <p:spPr>
          <a:xfrm>
            <a:off x="8268720" y="2524443"/>
            <a:ext cx="1631720" cy="6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AIIS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부터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32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장 </a:t>
            </a:r>
            <a:endParaRPr lang="en-US" altLang="ko-KR" sz="14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A4B2865-D3E9-C7D4-A667-C7BB3B0D524A}"/>
              </a:ext>
            </a:extLst>
          </p:cNvPr>
          <p:cNvGrpSpPr/>
          <p:nvPr/>
        </p:nvGrpSpPr>
        <p:grpSpPr>
          <a:xfrm>
            <a:off x="7181159" y="1383835"/>
            <a:ext cx="499140" cy="1140609"/>
            <a:chOff x="8034243" y="4909357"/>
            <a:chExt cx="499140" cy="11406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51C679A-016E-1989-3394-DC972FB56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8964"/>
            <a:stretch>
              <a:fillRect/>
            </a:stretch>
          </p:blipFill>
          <p:spPr>
            <a:xfrm>
              <a:off x="8034243" y="4909357"/>
              <a:ext cx="499140" cy="1140609"/>
            </a:xfrm>
            <a:prstGeom prst="rect">
              <a:avLst/>
            </a:prstGeom>
          </p:spPr>
        </p:pic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D296366E-4E7F-03A2-7015-C77F0F261F30}"/>
                </a:ext>
              </a:extLst>
            </p:cNvPr>
            <p:cNvSpPr/>
            <p:nvPr/>
          </p:nvSpPr>
          <p:spPr>
            <a:xfrm>
              <a:off x="8140285" y="5331106"/>
              <a:ext cx="189726" cy="127862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C359A75-0AC6-EF78-0E72-D90F72A0A771}"/>
              </a:ext>
            </a:extLst>
          </p:cNvPr>
          <p:cNvCxnSpPr>
            <a:cxnSpLocks/>
            <a:stCxn id="18" idx="7"/>
            <a:endCxn id="13" idx="1"/>
          </p:cNvCxnSpPr>
          <p:nvPr/>
        </p:nvCxnSpPr>
        <p:spPr>
          <a:xfrm flipV="1">
            <a:off x="7449142" y="1506403"/>
            <a:ext cx="454762" cy="31790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EB85B21-9EC6-7EC9-ACD0-1C266156C325}"/>
              </a:ext>
            </a:extLst>
          </p:cNvPr>
          <p:cNvGrpSpPr/>
          <p:nvPr/>
        </p:nvGrpSpPr>
        <p:grpSpPr>
          <a:xfrm>
            <a:off x="8936436" y="1383834"/>
            <a:ext cx="499140" cy="1140609"/>
            <a:chOff x="8034243" y="4909357"/>
            <a:chExt cx="499140" cy="1140609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0435B882-ADE9-0CE4-384F-9386E0BFD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8964"/>
            <a:stretch>
              <a:fillRect/>
            </a:stretch>
          </p:blipFill>
          <p:spPr>
            <a:xfrm>
              <a:off x="8034243" y="4909357"/>
              <a:ext cx="499140" cy="1140609"/>
            </a:xfrm>
            <a:prstGeom prst="rect">
              <a:avLst/>
            </a:prstGeom>
          </p:spPr>
        </p:pic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4DF73539-6C0E-FD63-50C6-8B6CA7F3EDB4}"/>
                </a:ext>
              </a:extLst>
            </p:cNvPr>
            <p:cNvSpPr/>
            <p:nvPr/>
          </p:nvSpPr>
          <p:spPr>
            <a:xfrm>
              <a:off x="8140285" y="5331106"/>
              <a:ext cx="189726" cy="127862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3F2E46-86A2-7A11-EFD8-EDAE890E4293}"/>
              </a:ext>
            </a:extLst>
          </p:cNvPr>
          <p:cNvSpPr/>
          <p:nvPr/>
        </p:nvSpPr>
        <p:spPr>
          <a:xfrm>
            <a:off x="8930333" y="1824309"/>
            <a:ext cx="499140" cy="40302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F333F97-91EE-9F51-6AE1-46DAAE229A7E}"/>
              </a:ext>
            </a:extLst>
          </p:cNvPr>
          <p:cNvGrpSpPr/>
          <p:nvPr/>
        </p:nvGrpSpPr>
        <p:grpSpPr>
          <a:xfrm>
            <a:off x="3917993" y="3939210"/>
            <a:ext cx="4356014" cy="2359373"/>
            <a:chOff x="9206773" y="-9153"/>
            <a:chExt cx="5975169" cy="3236365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A02CEF1-7E91-6CF7-1A31-03F4E647952D}"/>
                </a:ext>
              </a:extLst>
            </p:cNvPr>
            <p:cNvSpPr/>
            <p:nvPr/>
          </p:nvSpPr>
          <p:spPr>
            <a:xfrm>
              <a:off x="9206773" y="-1"/>
              <a:ext cx="5975169" cy="3227213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4E7A3670-A743-B4EB-53D7-0A541C6C1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13736" y="424225"/>
              <a:ext cx="5556528" cy="2779661"/>
            </a:xfrm>
            <a:prstGeom prst="rect">
              <a:avLst/>
            </a:prstGeom>
          </p:spPr>
        </p:pic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8785433-47AD-A4D6-C2B3-024FDF51FFC8}"/>
                </a:ext>
              </a:extLst>
            </p:cNvPr>
            <p:cNvSpPr/>
            <p:nvPr/>
          </p:nvSpPr>
          <p:spPr>
            <a:xfrm>
              <a:off x="9206773" y="-9153"/>
              <a:ext cx="5975169" cy="30777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이미지 확장 모듈</a:t>
              </a:r>
            </a:p>
          </p:txBody>
        </p:sp>
      </p:grpSp>
      <p:cxnSp>
        <p:nvCxnSpPr>
          <p:cNvPr id="33" name="꺾인 연결선 30">
            <a:extLst>
              <a:ext uri="{FF2B5EF4-FFF2-40B4-BE49-F238E27FC236}">
                <a16:creationId xmlns:a16="http://schemas.microsoft.com/office/drawing/2014/main" id="{F00C1102-4E16-2AC3-AC3A-C25452DCA172}"/>
              </a:ext>
            </a:extLst>
          </p:cNvPr>
          <p:cNvCxnSpPr>
            <a:cxnSpLocks/>
            <a:stCxn id="41" idx="3"/>
            <a:endCxn id="26" idx="3"/>
          </p:cNvCxnSpPr>
          <p:nvPr/>
        </p:nvCxnSpPr>
        <p:spPr>
          <a:xfrm flipH="1">
            <a:off x="8274007" y="2024982"/>
            <a:ext cx="1979329" cy="3097251"/>
          </a:xfrm>
          <a:prstGeom prst="bentConnector3">
            <a:avLst>
              <a:gd name="adj1" fmla="val -11549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그림 40" descr="모노크롬, 의료 영상, 엑스레이 필름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AF868A-F799-015E-6DE0-67928116F53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9181" y="1669881"/>
            <a:ext cx="594155" cy="71020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A9FEA708-FF7F-2842-8229-8094A0CB6BDF}"/>
              </a:ext>
            </a:extLst>
          </p:cNvPr>
          <p:cNvSpPr/>
          <p:nvPr/>
        </p:nvSpPr>
        <p:spPr>
          <a:xfrm>
            <a:off x="219361" y="3980182"/>
            <a:ext cx="2885746" cy="22840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이미지 분류 모델 </a:t>
            </a:r>
          </a:p>
        </p:txBody>
      </p:sp>
      <p:cxnSp>
        <p:nvCxnSpPr>
          <p:cNvPr id="44" name="꺾인 연결선 30">
            <a:extLst>
              <a:ext uri="{FF2B5EF4-FFF2-40B4-BE49-F238E27FC236}">
                <a16:creationId xmlns:a16="http://schemas.microsoft.com/office/drawing/2014/main" id="{AAA0B806-AE38-32DD-7112-1401C9B91280}"/>
              </a:ext>
            </a:extLst>
          </p:cNvPr>
          <p:cNvCxnSpPr>
            <a:cxnSpLocks/>
            <a:stCxn id="26" idx="1"/>
            <a:endCxn id="43" idx="3"/>
          </p:cNvCxnSpPr>
          <p:nvPr/>
        </p:nvCxnSpPr>
        <p:spPr>
          <a:xfrm rot="10800000">
            <a:off x="3105107" y="5122233"/>
            <a:ext cx="812886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805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82E80-82E7-1B41-B7E5-2C7D7B4D2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그림 83">
            <a:extLst>
              <a:ext uri="{FF2B5EF4-FFF2-40B4-BE49-F238E27FC236}">
                <a16:creationId xmlns:a16="http://schemas.microsoft.com/office/drawing/2014/main" id="{C66D3EB4-5337-E9C7-63F5-05CBC1E32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1" y="-143487"/>
            <a:ext cx="2257845" cy="2214320"/>
          </a:xfrm>
          <a:prstGeom prst="rect">
            <a:avLst/>
          </a:prstGeom>
        </p:spPr>
      </p:pic>
      <p:sp>
        <p:nvSpPr>
          <p:cNvPr id="86" name="직사각형 85">
            <a:extLst>
              <a:ext uri="{FF2B5EF4-FFF2-40B4-BE49-F238E27FC236}">
                <a16:creationId xmlns:a16="http://schemas.microsoft.com/office/drawing/2014/main" id="{2A9448C8-5FDE-E7F2-09EC-2854E94A4864}"/>
              </a:ext>
            </a:extLst>
          </p:cNvPr>
          <p:cNvSpPr/>
          <p:nvPr/>
        </p:nvSpPr>
        <p:spPr>
          <a:xfrm>
            <a:off x="254674" y="923521"/>
            <a:ext cx="2050132" cy="1005837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14B47E9-F311-D5A5-94E3-1A518F960700}"/>
              </a:ext>
            </a:extLst>
          </p:cNvPr>
          <p:cNvSpPr txBox="1"/>
          <p:nvPr/>
        </p:nvSpPr>
        <p:spPr>
          <a:xfrm>
            <a:off x="2232495" y="1470261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50%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34AF916-E7C0-CEE2-0811-8234EB0D5529}"/>
              </a:ext>
            </a:extLst>
          </p:cNvPr>
          <p:cNvSpPr/>
          <p:nvPr/>
        </p:nvSpPr>
        <p:spPr>
          <a:xfrm>
            <a:off x="254674" y="-87608"/>
            <a:ext cx="2050132" cy="1005837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1CE78A3-E02B-2B84-02B5-6FA2FE7E6591}"/>
              </a:ext>
            </a:extLst>
          </p:cNvPr>
          <p:cNvSpPr txBox="1"/>
          <p:nvPr/>
        </p:nvSpPr>
        <p:spPr>
          <a:xfrm>
            <a:off x="2210293" y="146843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50%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C9B1B10-EB01-B2DA-4CFA-3238F424609A}"/>
              </a:ext>
            </a:extLst>
          </p:cNvPr>
          <p:cNvSpPr/>
          <p:nvPr/>
        </p:nvSpPr>
        <p:spPr>
          <a:xfrm>
            <a:off x="2792546" y="6135487"/>
            <a:ext cx="1631720" cy="6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좌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split</a:t>
            </a:r>
            <a:endParaRPr lang="ko-KR" altLang="en-US" sz="14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6510545-47EC-9F44-8DFD-85C494787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96" y="-584521"/>
            <a:ext cx="3788687" cy="3213525"/>
          </a:xfrm>
          <a:prstGeom prst="rect">
            <a:avLst/>
          </a:prstGeom>
        </p:spPr>
      </p:pic>
      <p:sp>
        <p:nvSpPr>
          <p:cNvPr id="25" name="타원 24">
            <a:extLst>
              <a:ext uri="{FF2B5EF4-FFF2-40B4-BE49-F238E27FC236}">
                <a16:creationId xmlns:a16="http://schemas.microsoft.com/office/drawing/2014/main" id="{0FDCB8C4-542F-08B0-8B98-575ED3075D3D}"/>
              </a:ext>
            </a:extLst>
          </p:cNvPr>
          <p:cNvSpPr/>
          <p:nvPr/>
        </p:nvSpPr>
        <p:spPr>
          <a:xfrm>
            <a:off x="4828640" y="2006902"/>
            <a:ext cx="189726" cy="12786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꺾인 연결선 30">
            <a:extLst>
              <a:ext uri="{FF2B5EF4-FFF2-40B4-BE49-F238E27FC236}">
                <a16:creationId xmlns:a16="http://schemas.microsoft.com/office/drawing/2014/main" id="{1BBEFED1-5D4F-BC1F-C8FD-67445332E9F5}"/>
              </a:ext>
            </a:extLst>
          </p:cNvPr>
          <p:cNvCxnSpPr>
            <a:cxnSpLocks/>
            <a:stCxn id="86" idx="3"/>
            <a:endCxn id="22" idx="1"/>
          </p:cNvCxnSpPr>
          <p:nvPr/>
        </p:nvCxnSpPr>
        <p:spPr>
          <a:xfrm flipV="1">
            <a:off x="2304806" y="29566"/>
            <a:ext cx="1044059" cy="1396874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C43D442-48E7-AC46-9808-65D9388806AB}"/>
              </a:ext>
            </a:extLst>
          </p:cNvPr>
          <p:cNvSpPr/>
          <p:nvPr/>
        </p:nvSpPr>
        <p:spPr>
          <a:xfrm>
            <a:off x="3348865" y="-859098"/>
            <a:ext cx="1327775" cy="1777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14AF28-2CE9-F6DC-8B72-B01E0238FC35}"/>
              </a:ext>
            </a:extLst>
          </p:cNvPr>
          <p:cNvSpPr/>
          <p:nvPr/>
        </p:nvSpPr>
        <p:spPr>
          <a:xfrm>
            <a:off x="-610842" y="-1117055"/>
            <a:ext cx="3788687" cy="4953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이미지 </a:t>
            </a:r>
            <a:r>
              <a:rPr lang="en-US" altLang="ko-KR" sz="1400">
                <a:solidFill>
                  <a:schemeClr val="tx1"/>
                </a:solidFill>
              </a:rPr>
              <a:t>V2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89E50AA-9267-CB2F-5888-DBD5A57DF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01" y="3767309"/>
            <a:ext cx="1047902" cy="228409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2581EDD-5C33-1EC5-C494-0D7674177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2234" y="3767309"/>
            <a:ext cx="1047902" cy="2284099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1EFEE9-C624-F32B-FFEC-1C075B5F19ED}"/>
              </a:ext>
            </a:extLst>
          </p:cNvPr>
          <p:cNvSpPr/>
          <p:nvPr/>
        </p:nvSpPr>
        <p:spPr>
          <a:xfrm>
            <a:off x="1872234" y="4910309"/>
            <a:ext cx="1047902" cy="1140609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17B277C-5756-7435-9268-138DB6C16DC4}"/>
              </a:ext>
            </a:extLst>
          </p:cNvPr>
          <p:cNvGrpSpPr/>
          <p:nvPr/>
        </p:nvGrpSpPr>
        <p:grpSpPr>
          <a:xfrm>
            <a:off x="4525450" y="3990319"/>
            <a:ext cx="2600023" cy="2059646"/>
            <a:chOff x="5815186" y="3911766"/>
            <a:chExt cx="2600023" cy="2059646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6F9D10C-569E-781E-5E16-2AB226B8132E}"/>
                </a:ext>
              </a:extLst>
            </p:cNvPr>
            <p:cNvSpPr/>
            <p:nvPr/>
          </p:nvSpPr>
          <p:spPr>
            <a:xfrm>
              <a:off x="5815186" y="3934587"/>
              <a:ext cx="2600023" cy="2036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A9E969D-9AA7-FEF7-D4D6-89024120CB35}"/>
                </a:ext>
              </a:extLst>
            </p:cNvPr>
            <p:cNvSpPr/>
            <p:nvPr/>
          </p:nvSpPr>
          <p:spPr>
            <a:xfrm>
              <a:off x="5815186" y="3911766"/>
              <a:ext cx="2600023" cy="48875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2D</a:t>
              </a:r>
              <a:r>
                <a:rPr lang="ko-KR" altLang="en-US" sz="1400" dirty="0">
                  <a:solidFill>
                    <a:schemeClr val="tx1"/>
                  </a:solidFill>
                </a:rPr>
                <a:t>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UNet</a:t>
              </a:r>
              <a:r>
                <a:rPr lang="en-US" altLang="ko-KR" sz="1400" dirty="0">
                  <a:solidFill>
                    <a:schemeClr val="tx1"/>
                  </a:solidFill>
                </a:rPr>
                <a:t> </a:t>
              </a:r>
              <a:r>
                <a:rPr lang="ko-KR" altLang="en-US" sz="1400" dirty="0">
                  <a:solidFill>
                    <a:schemeClr val="tx1"/>
                  </a:solidFill>
                </a:rPr>
                <a:t>기반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identify the  AIIS </a:t>
              </a:r>
              <a:r>
                <a:rPr lang="ko-KR" altLang="en-US" sz="1400" dirty="0">
                  <a:solidFill>
                    <a:schemeClr val="tx1"/>
                  </a:solidFill>
                </a:rPr>
                <a:t>모듈</a:t>
              </a: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B26DDD3-88E3-9542-A719-2B0E11D1B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79021" y="4519506"/>
              <a:ext cx="2435487" cy="1307543"/>
            </a:xfrm>
            <a:prstGeom prst="rect">
              <a:avLst/>
            </a:prstGeom>
          </p:spPr>
        </p:pic>
      </p:grpSp>
      <p:pic>
        <p:nvPicPr>
          <p:cNvPr id="18" name="그림 17" descr="모노크롬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10EC9E-5177-D3D2-93D4-4DC81C2C42B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024" y="-143487"/>
            <a:ext cx="572384" cy="684178"/>
          </a:xfrm>
          <a:prstGeom prst="rect">
            <a:avLst/>
          </a:prstGeom>
        </p:spPr>
      </p:pic>
      <p:pic>
        <p:nvPicPr>
          <p:cNvPr id="21" name="그림 20" descr="모노크롬, 정물 사진, 블랙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845967-34E5-2D26-0B34-90388B9E32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204" y="81943"/>
            <a:ext cx="848872" cy="84887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8280BEB-BF84-1AF6-8F61-2CB593D218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0986" y="4909358"/>
            <a:ext cx="978028" cy="1140609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2F38F8DE-8717-BAC8-366A-9FCE1B4FA2AC}"/>
              </a:ext>
            </a:extLst>
          </p:cNvPr>
          <p:cNvSpPr/>
          <p:nvPr/>
        </p:nvSpPr>
        <p:spPr>
          <a:xfrm>
            <a:off x="3629875" y="4909357"/>
            <a:ext cx="499140" cy="1140609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F0CF859-0100-1244-4B33-7D1AD16E068E}"/>
              </a:ext>
            </a:extLst>
          </p:cNvPr>
          <p:cNvSpPr/>
          <p:nvPr/>
        </p:nvSpPr>
        <p:spPr>
          <a:xfrm>
            <a:off x="984475" y="6102956"/>
            <a:ext cx="1631720" cy="6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영상에서 하위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50%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</a:t>
            </a:r>
          </a:p>
        </p:txBody>
      </p:sp>
      <p:pic>
        <p:nvPicPr>
          <p:cNvPr id="29" name="그림 28" descr="로고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BF97CE-648E-B166-EE61-19E70E38C67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5039" y="-143487"/>
            <a:ext cx="572384" cy="68417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A2A3A3AE-1434-021C-7996-562E75306A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47744" y="4546242"/>
            <a:ext cx="808927" cy="971362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pic>
        <p:nvPicPr>
          <p:cNvPr id="32" name="그림 31" descr="모노크롬, 정물 사진, 블랙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2741B4-8E40-4391-B195-B3DA68E1229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883" y="438669"/>
            <a:ext cx="848872" cy="848872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B23C74B2-DCA2-007F-755C-F44BBE85AC89}"/>
              </a:ext>
            </a:extLst>
          </p:cNvPr>
          <p:cNvSpPr/>
          <p:nvPr/>
        </p:nvSpPr>
        <p:spPr>
          <a:xfrm>
            <a:off x="6543157" y="6071649"/>
            <a:ext cx="1631720" cy="6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AIIS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위치 추출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FB5329A-B8E3-C66F-C53D-A766642CDE18}"/>
              </a:ext>
            </a:extLst>
          </p:cNvPr>
          <p:cNvSpPr/>
          <p:nvPr/>
        </p:nvSpPr>
        <p:spPr>
          <a:xfrm>
            <a:off x="8512560" y="6049963"/>
            <a:ext cx="1631720" cy="6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AIIS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부터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32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장 </a:t>
            </a:r>
            <a:endParaRPr lang="en-US" altLang="ko-KR" sz="14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1185286-9932-C6B8-E7A4-FC223CF3BF00}"/>
              </a:ext>
            </a:extLst>
          </p:cNvPr>
          <p:cNvGrpSpPr/>
          <p:nvPr/>
        </p:nvGrpSpPr>
        <p:grpSpPr>
          <a:xfrm>
            <a:off x="7424999" y="4909355"/>
            <a:ext cx="499140" cy="1140609"/>
            <a:chOff x="8034243" y="4909357"/>
            <a:chExt cx="499140" cy="1140609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6FB0965E-2D2E-7A8B-BCEE-E3975F5DE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8964"/>
            <a:stretch>
              <a:fillRect/>
            </a:stretch>
          </p:blipFill>
          <p:spPr>
            <a:xfrm>
              <a:off x="8034243" y="4909357"/>
              <a:ext cx="499140" cy="1140609"/>
            </a:xfrm>
            <a:prstGeom prst="rect">
              <a:avLst/>
            </a:prstGeom>
          </p:spPr>
        </p:pic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033E527C-6D2B-ACD2-EF8A-0CEFC0E67394}"/>
                </a:ext>
              </a:extLst>
            </p:cNvPr>
            <p:cNvSpPr/>
            <p:nvPr/>
          </p:nvSpPr>
          <p:spPr>
            <a:xfrm>
              <a:off x="8140285" y="5331106"/>
              <a:ext cx="189726" cy="127862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F539CC31-91DB-F6B4-6131-F72FC0681108}"/>
              </a:ext>
            </a:extLst>
          </p:cNvPr>
          <p:cNvCxnSpPr>
            <a:cxnSpLocks/>
            <a:stCxn id="39" idx="7"/>
            <a:endCxn id="31" idx="1"/>
          </p:cNvCxnSpPr>
          <p:nvPr/>
        </p:nvCxnSpPr>
        <p:spPr>
          <a:xfrm flipV="1">
            <a:off x="7692982" y="5031923"/>
            <a:ext cx="454762" cy="31790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B2AD3A3-2CF5-A971-08CF-F35F4E6130C2}"/>
              </a:ext>
            </a:extLst>
          </p:cNvPr>
          <p:cNvGrpSpPr/>
          <p:nvPr/>
        </p:nvGrpSpPr>
        <p:grpSpPr>
          <a:xfrm>
            <a:off x="9180276" y="4909354"/>
            <a:ext cx="499140" cy="1140609"/>
            <a:chOff x="8034243" y="4909357"/>
            <a:chExt cx="499140" cy="1140609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8065CFE9-0EDA-DFD4-0F58-03B49DDDB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8964"/>
            <a:stretch>
              <a:fillRect/>
            </a:stretch>
          </p:blipFill>
          <p:spPr>
            <a:xfrm>
              <a:off x="8034243" y="4909357"/>
              <a:ext cx="499140" cy="1140609"/>
            </a:xfrm>
            <a:prstGeom prst="rect">
              <a:avLst/>
            </a:prstGeom>
          </p:spPr>
        </p:pic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91AC411C-B8CB-63D7-7CF5-B10BECDC24B2}"/>
                </a:ext>
              </a:extLst>
            </p:cNvPr>
            <p:cNvSpPr/>
            <p:nvPr/>
          </p:nvSpPr>
          <p:spPr>
            <a:xfrm>
              <a:off x="8140285" y="5331106"/>
              <a:ext cx="189726" cy="127862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868C134-D755-A877-F109-BE25943C75ED}"/>
              </a:ext>
            </a:extLst>
          </p:cNvPr>
          <p:cNvSpPr/>
          <p:nvPr/>
        </p:nvSpPr>
        <p:spPr>
          <a:xfrm>
            <a:off x="9174173" y="5349829"/>
            <a:ext cx="499140" cy="40302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542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블랙, 모노크롬, 흑백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F8216B-D3D8-FC6F-7445-4D849C5831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27" y="6924870"/>
            <a:ext cx="1102871" cy="1102871"/>
          </a:xfrm>
          <a:prstGeom prst="rect">
            <a:avLst/>
          </a:prstGeom>
        </p:spPr>
      </p:pic>
      <p:pic>
        <p:nvPicPr>
          <p:cNvPr id="5" name="그림 4" descr="흑백, 모노크롬, 정물 사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BE3BA1-048B-3A6C-109B-F2F9A02BC0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27" y="-1000581"/>
            <a:ext cx="1102871" cy="1102871"/>
          </a:xfrm>
          <a:prstGeom prst="rect">
            <a:avLst/>
          </a:prstGeom>
        </p:spPr>
      </p:pic>
      <p:pic>
        <p:nvPicPr>
          <p:cNvPr id="7" name="그림 6" descr="흑백, 모노크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C4AF9D-9996-BAC5-8CB1-6C15B477C1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27" y="131749"/>
            <a:ext cx="1102871" cy="1102871"/>
          </a:xfrm>
          <a:prstGeom prst="rect">
            <a:avLst/>
          </a:prstGeom>
        </p:spPr>
      </p:pic>
      <p:pic>
        <p:nvPicPr>
          <p:cNvPr id="9" name="그림 8" descr="원, 모노크롬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E905D1-1C9C-4470-4DB4-B117523FF4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28" y="1260666"/>
            <a:ext cx="1102871" cy="1102871"/>
          </a:xfrm>
          <a:prstGeom prst="rect">
            <a:avLst/>
          </a:prstGeom>
        </p:spPr>
      </p:pic>
      <p:pic>
        <p:nvPicPr>
          <p:cNvPr id="11" name="그림 10" descr="원, 흑백, 예술, 모노크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A51068-B81C-23FC-4019-17EDB9759AE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29" y="2394273"/>
            <a:ext cx="1102871" cy="1102871"/>
          </a:xfrm>
          <a:prstGeom prst="rect">
            <a:avLst/>
          </a:prstGeom>
        </p:spPr>
      </p:pic>
      <p:pic>
        <p:nvPicPr>
          <p:cNvPr id="13" name="그림 12" descr="두개골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FC0D1A-55ED-3E33-0C1E-6E25BF23391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29" y="3527880"/>
            <a:ext cx="1102871" cy="1102871"/>
          </a:xfrm>
          <a:prstGeom prst="rect">
            <a:avLst/>
          </a:prstGeom>
        </p:spPr>
      </p:pic>
      <p:pic>
        <p:nvPicPr>
          <p:cNvPr id="15" name="그림 14" descr="정물 사진, 흑백, 모노크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75BED3-C943-2363-9D98-B2E789AE3E6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5552" y="4660210"/>
            <a:ext cx="1102871" cy="1102871"/>
          </a:xfrm>
          <a:prstGeom prst="rect">
            <a:avLst/>
          </a:prstGeom>
        </p:spPr>
      </p:pic>
      <p:pic>
        <p:nvPicPr>
          <p:cNvPr id="17" name="그림 16" descr="모노크롬, 흑백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66BB85-FF8B-A84B-854A-FDD77F16F7C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29" y="5792540"/>
            <a:ext cx="1102871" cy="1102871"/>
          </a:xfrm>
          <a:prstGeom prst="rect">
            <a:avLst/>
          </a:prstGeom>
        </p:spPr>
      </p:pic>
      <p:grpSp>
        <p:nvGrpSpPr>
          <p:cNvPr id="42" name="그룹 41">
            <a:extLst>
              <a:ext uri="{FF2B5EF4-FFF2-40B4-BE49-F238E27FC236}">
                <a16:creationId xmlns:a16="http://schemas.microsoft.com/office/drawing/2014/main" id="{1A8799E1-1346-0A58-4A63-2F50EE6E0A64}"/>
              </a:ext>
            </a:extLst>
          </p:cNvPr>
          <p:cNvGrpSpPr/>
          <p:nvPr/>
        </p:nvGrpSpPr>
        <p:grpSpPr>
          <a:xfrm>
            <a:off x="2224420" y="362155"/>
            <a:ext cx="1102873" cy="3150044"/>
            <a:chOff x="2224420" y="362155"/>
            <a:chExt cx="1102873" cy="3150044"/>
          </a:xfrm>
        </p:grpSpPr>
        <p:pic>
          <p:nvPicPr>
            <p:cNvPr id="26" name="그림 25" descr="블랙, 모노크롬, 흑백, 예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CF9073D-C516-547E-46AC-B214D3524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4420" y="2409328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27" name="그림 26" descr="모노크롬, 흑백, 예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EE3D1CF-6C28-F3FF-243B-7E009BA68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4422" y="2147856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28" name="그림 27" descr="정물 사진, 흑백, 모노크롬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1A6EBB5-4161-65AD-4557-28A657A64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4422" y="1842837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29" name="그림 28" descr="두개골, 원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92056D3-BE17-327C-5A46-0401964D4E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4422" y="1494281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30" name="그림 29" descr="원, 흑백, 예술, 모노크롬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B743D37-CD68-1DA8-3B16-C8D8110F0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4422" y="1246045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31" name="그림 30" descr="원, 모노크롬, 흑백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51B7702-E722-9C39-5C38-E76478B61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4421" y="954265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32" name="그림 31" descr="흑백, 모노크롬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9176376-A579-02F5-44F6-E5CD2C4FF8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4420" y="638147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33" name="그림 32" descr="흑백, 모노크롬, 정물 사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18D7D84-074C-1928-AB70-4F46F34FF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4420" y="362155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</p:grpSp>
      <p:pic>
        <p:nvPicPr>
          <p:cNvPr id="34" name="그림 33" descr="블랙, 모노크롬, 흑백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30A57C-9E23-3B6B-DB38-FEEDE610CC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799" y="5066138"/>
            <a:ext cx="1102871" cy="110287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pic>
        <p:nvPicPr>
          <p:cNvPr id="35" name="그림 34" descr="모노크롬, 흑백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B8B397-8B24-F433-9598-DE8822578B2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801" y="4601467"/>
            <a:ext cx="1102871" cy="110287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pic>
        <p:nvPicPr>
          <p:cNvPr id="36" name="그림 35" descr="정물 사진, 흑백, 모노크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E28416-CEF2-E6E0-54EA-6D0B1C74D62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801" y="4122277"/>
            <a:ext cx="1102871" cy="110287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pic>
        <p:nvPicPr>
          <p:cNvPr id="37" name="그림 36" descr="두개골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9D1028-6742-734E-132B-2634643678C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801" y="3643090"/>
            <a:ext cx="1102871" cy="110287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pic>
        <p:nvPicPr>
          <p:cNvPr id="38" name="그림 37" descr="원, 흑백, 예술, 모노크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945689-E95B-10CD-559F-827D9BB2A3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801" y="3191653"/>
            <a:ext cx="1102871" cy="110287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pic>
        <p:nvPicPr>
          <p:cNvPr id="39" name="그림 38" descr="원, 모노크롬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310A92-3496-39F0-05B8-AA5A620C1DF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800" y="2261247"/>
            <a:ext cx="1102871" cy="110287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pic>
        <p:nvPicPr>
          <p:cNvPr id="40" name="그림 39" descr="흑백, 모노크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AD6093-7A12-14BE-52EA-9AD6F1EB25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799" y="1132330"/>
            <a:ext cx="1102871" cy="110287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pic>
        <p:nvPicPr>
          <p:cNvPr id="41" name="그림 40" descr="흑백, 모노크롬, 정물 사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7E86A7-0DB7-D947-EA24-8A119A475C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799" y="0"/>
            <a:ext cx="1102871" cy="110287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pic>
        <p:nvPicPr>
          <p:cNvPr id="44" name="그림 43" descr="블랙, 모노크롬, 흑백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94DE86-7378-3546-6BE2-415D51E893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337" y="3797052"/>
            <a:ext cx="1102871" cy="110287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pic>
        <p:nvPicPr>
          <p:cNvPr id="45" name="그림 44" descr="모노크롬, 흑백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CCB977-33B6-58B8-9769-2D8CCFE984A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339" y="3535580"/>
            <a:ext cx="1102871" cy="110287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pic>
        <p:nvPicPr>
          <p:cNvPr id="49" name="그림 48" descr="원, 모노크롬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77A2CD-2DAC-EB6B-E05B-785EE16C19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338" y="2341989"/>
            <a:ext cx="1102871" cy="110287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pic>
        <p:nvPicPr>
          <p:cNvPr id="55" name="그림 54" descr="정물 사진, 흑백, 모노크롬, 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C4976D-3C3E-2DDC-B4BC-C48C583F1B6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27" y="4660210"/>
            <a:ext cx="1102871" cy="1102871"/>
          </a:xfrm>
          <a:prstGeom prst="rect">
            <a:avLst/>
          </a:prstGeom>
        </p:spPr>
      </p:pic>
      <p:pic>
        <p:nvPicPr>
          <p:cNvPr id="56" name="그림 55" descr="정물 사진, 흑백, 모노크롬, 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953814-38E7-6287-A58E-903867FD076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978" y="3213868"/>
            <a:ext cx="1102871" cy="110287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pic>
        <p:nvPicPr>
          <p:cNvPr id="57" name="그림 56" descr="두개골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E680B9-DB7C-F052-74DF-A3258671D5F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339" y="2882005"/>
            <a:ext cx="1102871" cy="110287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pic>
        <p:nvPicPr>
          <p:cNvPr id="58" name="그림 57" descr="원, 흑백, 예술, 모노크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6BD805-1CD5-28FC-BF06-B7C3237150B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339" y="2633769"/>
            <a:ext cx="1102871" cy="110287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pic>
        <p:nvPicPr>
          <p:cNvPr id="59" name="그림 58" descr="흑백, 모노크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6AFF09-3471-38CA-02EE-52EF93FCEE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337" y="2025871"/>
            <a:ext cx="1102871" cy="110287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  <p:pic>
        <p:nvPicPr>
          <p:cNvPr id="60" name="그림 59" descr="흑백, 모노크롬, 정물 사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9946C0-0E02-CF18-9564-86FFB39BF3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337" y="1749879"/>
            <a:ext cx="1102871" cy="1102871"/>
          </a:xfrm>
          <a:prstGeom prst="rect">
            <a:avLst/>
          </a:prstGeom>
          <a:scene3d>
            <a:camera prst="orthographicFront">
              <a:rot lat="4200000" lon="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674500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04F6493F-9235-7C2B-3BCC-A80A09C764F6}"/>
              </a:ext>
            </a:extLst>
          </p:cNvPr>
          <p:cNvGrpSpPr/>
          <p:nvPr/>
        </p:nvGrpSpPr>
        <p:grpSpPr>
          <a:xfrm>
            <a:off x="-1535962" y="-43177"/>
            <a:ext cx="2312548" cy="6605138"/>
            <a:chOff x="3591047" y="645563"/>
            <a:chExt cx="2312548" cy="6605138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ED24984E-1971-2289-31FD-B35CEC533172}"/>
                </a:ext>
              </a:extLst>
            </p:cNvPr>
            <p:cNvGrpSpPr/>
            <p:nvPr/>
          </p:nvGrpSpPr>
          <p:grpSpPr>
            <a:xfrm>
              <a:off x="3591047" y="645563"/>
              <a:ext cx="2312548" cy="6605138"/>
              <a:chOff x="2224420" y="362155"/>
              <a:chExt cx="1102873" cy="3150044"/>
            </a:xfrm>
          </p:grpSpPr>
          <p:pic>
            <p:nvPicPr>
              <p:cNvPr id="3" name="그림 2" descr="블랙, 모노크롬, 흑백, 예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DCAB41C-89F7-3D46-4CDE-22815EE919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24420" y="2409328"/>
                <a:ext cx="1102871" cy="1102871"/>
              </a:xfrm>
              <a:prstGeom prst="rect">
                <a:avLst/>
              </a:prstGeom>
              <a:scene3d>
                <a:camera prst="orthographicFront">
                  <a:rot lat="4200000" lon="0" rev="0"/>
                </a:camera>
                <a:lightRig rig="threePt" dir="t"/>
              </a:scene3d>
            </p:spPr>
          </p:pic>
          <p:pic>
            <p:nvPicPr>
              <p:cNvPr id="4" name="그림 3" descr="모노크롬, 흑백, 예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15E94436-2C06-3AE3-681B-61C4A648A1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24422" y="2147856"/>
                <a:ext cx="1102871" cy="1102871"/>
              </a:xfrm>
              <a:prstGeom prst="rect">
                <a:avLst/>
              </a:prstGeom>
              <a:scene3d>
                <a:camera prst="orthographicFront">
                  <a:rot lat="4200000" lon="0" rev="0"/>
                </a:camera>
                <a:lightRig rig="threePt" dir="t"/>
              </a:scene3d>
            </p:spPr>
          </p:pic>
          <p:pic>
            <p:nvPicPr>
              <p:cNvPr id="5" name="그림 4" descr="정물 사진, 흑백, 모노크롬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0C3710AB-1BA9-2713-EA62-B94C53A1C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24422" y="1842837"/>
                <a:ext cx="1102871" cy="1102871"/>
              </a:xfrm>
              <a:prstGeom prst="rect">
                <a:avLst/>
              </a:prstGeom>
              <a:scene3d>
                <a:camera prst="orthographicFront">
                  <a:rot lat="4200000" lon="0" rev="0"/>
                </a:camera>
                <a:lightRig rig="threePt" dir="t"/>
              </a:scene3d>
            </p:spPr>
          </p:pic>
          <p:pic>
            <p:nvPicPr>
              <p:cNvPr id="6" name="그림 5" descr="두개골, 원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F6A80C78-22AD-4D10-4B29-99F6F7A189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24422" y="1494281"/>
                <a:ext cx="1102871" cy="1102871"/>
              </a:xfrm>
              <a:prstGeom prst="rect">
                <a:avLst/>
              </a:prstGeom>
              <a:scene3d>
                <a:camera prst="orthographicFront">
                  <a:rot lat="4200000" lon="0" rev="0"/>
                </a:camera>
                <a:lightRig rig="threePt" dir="t"/>
              </a:scene3d>
            </p:spPr>
          </p:pic>
          <p:pic>
            <p:nvPicPr>
              <p:cNvPr id="7" name="그림 6" descr="원, 흑백, 예술, 모노크롬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A6A91D5B-C205-6EB5-A1D7-183AD505AA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24422" y="1246045"/>
                <a:ext cx="1102871" cy="1102871"/>
              </a:xfrm>
              <a:prstGeom prst="rect">
                <a:avLst/>
              </a:prstGeom>
              <a:scene3d>
                <a:camera prst="orthographicFront">
                  <a:rot lat="4200000" lon="0" rev="0"/>
                </a:camera>
                <a:lightRig rig="threePt" dir="t"/>
              </a:scene3d>
            </p:spPr>
          </p:pic>
          <p:pic>
            <p:nvPicPr>
              <p:cNvPr id="8" name="그림 7" descr="원, 모노크롬, 흑백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AA42ED99-1874-0F89-ED0A-2446BF930C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24421" y="954265"/>
                <a:ext cx="1102871" cy="1102871"/>
              </a:xfrm>
              <a:prstGeom prst="rect">
                <a:avLst/>
              </a:prstGeom>
              <a:scene3d>
                <a:camera prst="orthographicFront">
                  <a:rot lat="4200000" lon="0" rev="0"/>
                </a:camera>
                <a:lightRig rig="threePt" dir="t"/>
              </a:scene3d>
            </p:spPr>
          </p:pic>
          <p:pic>
            <p:nvPicPr>
              <p:cNvPr id="9" name="그림 8" descr="흑백, 모노크롬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24C5B014-DACF-A47B-9376-5D97AB7D57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24420" y="638147"/>
                <a:ext cx="1102871" cy="1102871"/>
              </a:xfrm>
              <a:prstGeom prst="rect">
                <a:avLst/>
              </a:prstGeom>
              <a:scene3d>
                <a:camera prst="orthographicFront">
                  <a:rot lat="4200000" lon="0" rev="0"/>
                </a:camera>
                <a:lightRig rig="threePt" dir="t"/>
              </a:scene3d>
            </p:spPr>
          </p:pic>
          <p:pic>
            <p:nvPicPr>
              <p:cNvPr id="10" name="그림 9" descr="흑백, 모노크롬, 정물 사진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2DE7ACD0-E38A-4A0F-BCF4-8EF5096547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24420" y="362155"/>
                <a:ext cx="1102871" cy="1102871"/>
              </a:xfrm>
              <a:prstGeom prst="rect">
                <a:avLst/>
              </a:prstGeom>
              <a:scene3d>
                <a:camera prst="orthographicFront">
                  <a:rot lat="4200000" lon="0" rev="0"/>
                </a:camera>
                <a:lightRig rig="threePt" dir="t"/>
              </a:scene3d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E1C182-B3C3-65E1-7160-AE400CB39FD9}"/>
                </a:ext>
              </a:extLst>
            </p:cNvPr>
            <p:cNvSpPr txBox="1"/>
            <p:nvPr/>
          </p:nvSpPr>
          <p:spPr>
            <a:xfrm flipH="1">
              <a:off x="4566983" y="2468447"/>
              <a:ext cx="461665" cy="891977"/>
            </a:xfrm>
            <a:prstGeom prst="rect">
              <a:avLst/>
            </a:prstGeom>
            <a:noFill/>
            <a:scene3d>
              <a:camera prst="orthographicFront">
                <a:rot lat="4200000" lon="0" rev="0"/>
              </a:camera>
              <a:lightRig rig="threePt" dir="t"/>
            </a:scene3d>
          </p:spPr>
          <p:txBody>
            <a:bodyPr vert="eaVert"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Gill Sans Nova Ultra Bold" panose="020F0502020204030204" pitchFamily="34" charset="0"/>
                </a:rPr>
                <a:t>.  .  .</a:t>
              </a:r>
              <a:endParaRPr lang="ko-KR" altLang="en-US" dirty="0">
                <a:solidFill>
                  <a:schemeClr val="bg1"/>
                </a:solidFill>
                <a:latin typeface="Gill Sans Nova Ultra Bold" panose="020F050202020403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59EC48-ABEE-BFE4-2F44-D7BCE53116DE}"/>
                </a:ext>
              </a:extLst>
            </p:cNvPr>
            <p:cNvSpPr txBox="1"/>
            <p:nvPr/>
          </p:nvSpPr>
          <p:spPr>
            <a:xfrm flipH="1">
              <a:off x="4566435" y="3074361"/>
              <a:ext cx="461665" cy="891977"/>
            </a:xfrm>
            <a:prstGeom prst="rect">
              <a:avLst/>
            </a:prstGeom>
            <a:noFill/>
            <a:scene3d>
              <a:camera prst="orthographicFront">
                <a:rot lat="4200000" lon="0" rev="0"/>
              </a:camera>
              <a:lightRig rig="threePt" dir="t"/>
            </a:scene3d>
          </p:spPr>
          <p:txBody>
            <a:bodyPr vert="eaVert"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Gill Sans Nova Ultra Bold" panose="020F0502020204030204" pitchFamily="34" charset="0"/>
                </a:rPr>
                <a:t>.  .  .</a:t>
              </a:r>
              <a:endParaRPr lang="ko-KR" altLang="en-US" dirty="0">
                <a:solidFill>
                  <a:schemeClr val="bg1"/>
                </a:solidFill>
                <a:latin typeface="Gill Sans Nova Ultra Bold" panose="020F050202020403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F39A95E-8313-FE2B-9DA2-6F06F698DF0E}"/>
                </a:ext>
              </a:extLst>
            </p:cNvPr>
            <p:cNvSpPr txBox="1"/>
            <p:nvPr/>
          </p:nvSpPr>
          <p:spPr>
            <a:xfrm flipH="1">
              <a:off x="4566435" y="3602080"/>
              <a:ext cx="461665" cy="891977"/>
            </a:xfrm>
            <a:prstGeom prst="rect">
              <a:avLst/>
            </a:prstGeom>
            <a:noFill/>
            <a:scene3d>
              <a:camera prst="orthographicFront">
                <a:rot lat="4200000" lon="0" rev="0"/>
              </a:camera>
              <a:lightRig rig="threePt" dir="t"/>
            </a:scene3d>
          </p:spPr>
          <p:txBody>
            <a:bodyPr vert="eaVert"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Gill Sans Nova Ultra Bold" panose="020F0502020204030204" pitchFamily="34" charset="0"/>
                </a:rPr>
                <a:t>.  .  .</a:t>
              </a:r>
              <a:endParaRPr lang="ko-KR" altLang="en-US" dirty="0">
                <a:solidFill>
                  <a:schemeClr val="bg1"/>
                </a:solidFill>
                <a:latin typeface="Gill Sans Nova Ultra Bold" panose="020F050202020403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6A67CC-F861-8A5F-97A4-0ABF2EF050A1}"/>
                </a:ext>
              </a:extLst>
            </p:cNvPr>
            <p:cNvSpPr txBox="1"/>
            <p:nvPr/>
          </p:nvSpPr>
          <p:spPr>
            <a:xfrm flipH="1">
              <a:off x="4566431" y="4215670"/>
              <a:ext cx="461665" cy="891977"/>
            </a:xfrm>
            <a:prstGeom prst="rect">
              <a:avLst/>
            </a:prstGeom>
            <a:noFill/>
            <a:scene3d>
              <a:camera prst="orthographicFront">
                <a:rot lat="4200000" lon="0" rev="0"/>
              </a:camera>
              <a:lightRig rig="threePt" dir="t"/>
            </a:scene3d>
          </p:spPr>
          <p:txBody>
            <a:bodyPr vert="eaVert"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Gill Sans Nova Ultra Bold" panose="020F0502020204030204" pitchFamily="34" charset="0"/>
                </a:rPr>
                <a:t>.  .  .</a:t>
              </a:r>
              <a:endParaRPr lang="ko-KR" altLang="en-US" dirty="0">
                <a:solidFill>
                  <a:schemeClr val="bg1"/>
                </a:solidFill>
                <a:latin typeface="Gill Sans Nova Ultra Bold" panose="020F050202020403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FBC9D2A-532E-806A-6719-126972C7BC95}"/>
                </a:ext>
              </a:extLst>
            </p:cNvPr>
            <p:cNvSpPr txBox="1"/>
            <p:nvPr/>
          </p:nvSpPr>
          <p:spPr>
            <a:xfrm flipH="1">
              <a:off x="4566431" y="4954202"/>
              <a:ext cx="461665" cy="891977"/>
            </a:xfrm>
            <a:prstGeom prst="rect">
              <a:avLst/>
            </a:prstGeom>
            <a:noFill/>
            <a:scene3d>
              <a:camera prst="orthographicFront">
                <a:rot lat="4200000" lon="0" rev="0"/>
              </a:camera>
              <a:lightRig rig="threePt" dir="t"/>
            </a:scene3d>
          </p:spPr>
          <p:txBody>
            <a:bodyPr vert="eaVert"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Gill Sans Nova Ultra Bold" panose="020F0502020204030204" pitchFamily="34" charset="0"/>
                </a:rPr>
                <a:t>.  .  .</a:t>
              </a:r>
              <a:endParaRPr lang="ko-KR" altLang="en-US" dirty="0">
                <a:solidFill>
                  <a:schemeClr val="bg1"/>
                </a:solidFill>
                <a:latin typeface="Gill Sans Nova Ultra Bold" panose="020F050202020403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0A75FC9-AC0A-125E-2CAE-E07B60DDA00D}"/>
                </a:ext>
              </a:extLst>
            </p:cNvPr>
            <p:cNvSpPr txBox="1"/>
            <p:nvPr/>
          </p:nvSpPr>
          <p:spPr>
            <a:xfrm flipH="1">
              <a:off x="4566431" y="5553335"/>
              <a:ext cx="461665" cy="891977"/>
            </a:xfrm>
            <a:prstGeom prst="rect">
              <a:avLst/>
            </a:prstGeom>
            <a:noFill/>
            <a:scene3d>
              <a:camera prst="orthographicFront">
                <a:rot lat="4200000" lon="0" rev="0"/>
              </a:camera>
              <a:lightRig rig="threePt" dir="t"/>
            </a:scene3d>
          </p:spPr>
          <p:txBody>
            <a:bodyPr vert="eaVert"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Gill Sans Nova Ultra Bold" panose="020F0502020204030204" pitchFamily="34" charset="0"/>
                </a:rPr>
                <a:t>.  .  .</a:t>
              </a:r>
              <a:endParaRPr lang="ko-KR" altLang="en-US" dirty="0">
                <a:solidFill>
                  <a:schemeClr val="bg1"/>
                </a:solidFill>
                <a:latin typeface="Gill Sans Nova Ultra Bold" panose="020F050202020403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D611DB6-3ABB-B24F-F80E-446C9224382F}"/>
                </a:ext>
              </a:extLst>
            </p:cNvPr>
            <p:cNvSpPr txBox="1"/>
            <p:nvPr/>
          </p:nvSpPr>
          <p:spPr>
            <a:xfrm flipH="1">
              <a:off x="4566985" y="1784253"/>
              <a:ext cx="461665" cy="891977"/>
            </a:xfrm>
            <a:prstGeom prst="rect">
              <a:avLst/>
            </a:prstGeom>
            <a:noFill/>
            <a:scene3d>
              <a:camera prst="orthographicFront">
                <a:rot lat="4200000" lon="0" rev="0"/>
              </a:camera>
              <a:lightRig rig="threePt" dir="t"/>
            </a:scene3d>
          </p:spPr>
          <p:txBody>
            <a:bodyPr vert="eaVert"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Gill Sans Nova Ultra Bold" panose="020F0502020204030204" pitchFamily="34" charset="0"/>
                </a:rPr>
                <a:t>.  .  .</a:t>
              </a:r>
              <a:endParaRPr lang="ko-KR" altLang="en-US" dirty="0">
                <a:solidFill>
                  <a:schemeClr val="bg1"/>
                </a:solidFill>
                <a:latin typeface="Gill Sans Nova Ultra Bold" panose="020F0502020204030204" pitchFamily="34" charset="0"/>
              </a:endParaRPr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C6EDE319-D744-6F9B-EF90-5181F024B3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282" y="1561778"/>
            <a:ext cx="1047902" cy="2283609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0265DC9B-0322-6901-5228-B93B25B08BFE}"/>
              </a:ext>
            </a:extLst>
          </p:cNvPr>
          <p:cNvGrpSpPr/>
          <p:nvPr/>
        </p:nvGrpSpPr>
        <p:grpSpPr>
          <a:xfrm>
            <a:off x="3783456" y="-233938"/>
            <a:ext cx="2312544" cy="6591028"/>
            <a:chOff x="10233782" y="2117369"/>
            <a:chExt cx="1105232" cy="3150044"/>
          </a:xfrm>
        </p:grpSpPr>
        <p:pic>
          <p:nvPicPr>
            <p:cNvPr id="21" name="그림 20" descr="블랙, 모노크롬, 흑백, 예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B722037-9467-6523-E1DD-D900BF6E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6141" y="4164542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22" name="그림 21" descr="모노크롬, 흑백, 예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AE9C0D9-A5B0-FB51-878E-3ACA4316E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6143" y="3903070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23" name="그림 22" descr="원, 모노크롬, 흑백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6B44069-59EA-0EE8-2197-C1A0759A2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6142" y="2709479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24" name="그림 23" descr="정물 사진, 흑백, 모노크롬, 달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A1C964E-60D3-B996-A54E-864C91D65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3782" y="3581358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25" name="그림 24" descr="두개골, 원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6062D06-8403-22B7-A26F-D9A4685AD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6143" y="3249495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26" name="그림 25" descr="원, 흑백, 예술, 모노크롬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7C4EFB6-B705-00F3-0C6E-268CDF19E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6143" y="3001259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27" name="그림 26" descr="흑백, 모노크롬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EDFA534-EC11-AC19-3BDD-B903E38B1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6141" y="2393361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28" name="그림 27" descr="흑백, 모노크롬, 정물 사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D97A919-3084-D7DB-2F84-F4B10DB2C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6141" y="2117369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9F4C03B-6B31-0CAD-5F59-DCBE1EDC92A7}"/>
              </a:ext>
            </a:extLst>
          </p:cNvPr>
          <p:cNvGrpSpPr/>
          <p:nvPr/>
        </p:nvGrpSpPr>
        <p:grpSpPr>
          <a:xfrm>
            <a:off x="4759297" y="901265"/>
            <a:ext cx="462219" cy="4661059"/>
            <a:chOff x="6165673" y="1264169"/>
            <a:chExt cx="462219" cy="466105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D193F03-8AAE-55D2-9DA1-A52C30D23ED6}"/>
                </a:ext>
              </a:extLst>
            </p:cNvPr>
            <p:cNvSpPr txBox="1"/>
            <p:nvPr/>
          </p:nvSpPr>
          <p:spPr>
            <a:xfrm flipH="1">
              <a:off x="6166225" y="1948363"/>
              <a:ext cx="461665" cy="891977"/>
            </a:xfrm>
            <a:prstGeom prst="rect">
              <a:avLst/>
            </a:prstGeom>
            <a:noFill/>
            <a:scene3d>
              <a:camera prst="orthographicFront">
                <a:rot lat="4200000" lon="0" rev="0"/>
              </a:camera>
              <a:lightRig rig="threePt" dir="t"/>
            </a:scene3d>
          </p:spPr>
          <p:txBody>
            <a:bodyPr vert="eaVert"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Gill Sans Nova Ultra Bold" panose="020F0502020204030204" pitchFamily="34" charset="0"/>
                </a:rPr>
                <a:t>.  .  .</a:t>
              </a:r>
              <a:endParaRPr lang="ko-KR" altLang="en-US" dirty="0">
                <a:solidFill>
                  <a:schemeClr val="bg1"/>
                </a:solidFill>
                <a:latin typeface="Gill Sans Nova Ultra Bold" panose="020F050202020403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3C3EAE3-CB93-94D2-FB55-3A79C715D173}"/>
                </a:ext>
              </a:extLst>
            </p:cNvPr>
            <p:cNvSpPr txBox="1"/>
            <p:nvPr/>
          </p:nvSpPr>
          <p:spPr>
            <a:xfrm flipH="1">
              <a:off x="6165677" y="2554277"/>
              <a:ext cx="461665" cy="891977"/>
            </a:xfrm>
            <a:prstGeom prst="rect">
              <a:avLst/>
            </a:prstGeom>
            <a:noFill/>
            <a:scene3d>
              <a:camera prst="orthographicFront">
                <a:rot lat="4200000" lon="0" rev="0"/>
              </a:camera>
              <a:lightRig rig="threePt" dir="t"/>
            </a:scene3d>
          </p:spPr>
          <p:txBody>
            <a:bodyPr vert="eaVert"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Gill Sans Nova Ultra Bold" panose="020F0502020204030204" pitchFamily="34" charset="0"/>
                </a:rPr>
                <a:t>.  .  .</a:t>
              </a:r>
              <a:endParaRPr lang="ko-KR" altLang="en-US" dirty="0">
                <a:solidFill>
                  <a:schemeClr val="bg1"/>
                </a:solidFill>
                <a:latin typeface="Gill Sans Nova Ultra Bold" panose="020F050202020403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419274A-9CA4-5FD4-79BF-38992A2554DD}"/>
                </a:ext>
              </a:extLst>
            </p:cNvPr>
            <p:cNvSpPr txBox="1"/>
            <p:nvPr/>
          </p:nvSpPr>
          <p:spPr>
            <a:xfrm flipH="1">
              <a:off x="6165677" y="3081996"/>
              <a:ext cx="461665" cy="891977"/>
            </a:xfrm>
            <a:prstGeom prst="rect">
              <a:avLst/>
            </a:prstGeom>
            <a:noFill/>
            <a:scene3d>
              <a:camera prst="orthographicFront">
                <a:rot lat="4200000" lon="0" rev="0"/>
              </a:camera>
              <a:lightRig rig="threePt" dir="t"/>
            </a:scene3d>
          </p:spPr>
          <p:txBody>
            <a:bodyPr vert="eaVert"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Gill Sans Nova Ultra Bold" panose="020F0502020204030204" pitchFamily="34" charset="0"/>
                </a:rPr>
                <a:t>.  .  .</a:t>
              </a:r>
              <a:endParaRPr lang="ko-KR" altLang="en-US" dirty="0">
                <a:solidFill>
                  <a:schemeClr val="bg1"/>
                </a:solidFill>
                <a:latin typeface="Gill Sans Nova Ultra Bold" panose="020F050202020403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A94EDB2-E853-A085-DFA2-F9F10CF2330E}"/>
                </a:ext>
              </a:extLst>
            </p:cNvPr>
            <p:cNvSpPr txBox="1"/>
            <p:nvPr/>
          </p:nvSpPr>
          <p:spPr>
            <a:xfrm flipH="1">
              <a:off x="6165673" y="3695586"/>
              <a:ext cx="461665" cy="891977"/>
            </a:xfrm>
            <a:prstGeom prst="rect">
              <a:avLst/>
            </a:prstGeom>
            <a:noFill/>
            <a:scene3d>
              <a:camera prst="orthographicFront">
                <a:rot lat="4200000" lon="0" rev="0"/>
              </a:camera>
              <a:lightRig rig="threePt" dir="t"/>
            </a:scene3d>
          </p:spPr>
          <p:txBody>
            <a:bodyPr vert="eaVert"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Gill Sans Nova Ultra Bold" panose="020F0502020204030204" pitchFamily="34" charset="0"/>
                </a:rPr>
                <a:t>.  .  .</a:t>
              </a:r>
              <a:endParaRPr lang="ko-KR" altLang="en-US" dirty="0">
                <a:solidFill>
                  <a:schemeClr val="bg1"/>
                </a:solidFill>
                <a:latin typeface="Gill Sans Nova Ultra Bold" panose="020F050202020403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23D396E-E211-17BE-A85B-7C58932767B4}"/>
                </a:ext>
              </a:extLst>
            </p:cNvPr>
            <p:cNvSpPr txBox="1"/>
            <p:nvPr/>
          </p:nvSpPr>
          <p:spPr>
            <a:xfrm flipH="1">
              <a:off x="6165673" y="4434118"/>
              <a:ext cx="461665" cy="891977"/>
            </a:xfrm>
            <a:prstGeom prst="rect">
              <a:avLst/>
            </a:prstGeom>
            <a:noFill/>
            <a:scene3d>
              <a:camera prst="orthographicFront">
                <a:rot lat="4200000" lon="0" rev="0"/>
              </a:camera>
              <a:lightRig rig="threePt" dir="t"/>
            </a:scene3d>
          </p:spPr>
          <p:txBody>
            <a:bodyPr vert="eaVert"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Gill Sans Nova Ultra Bold" panose="020F0502020204030204" pitchFamily="34" charset="0"/>
                </a:rPr>
                <a:t>.  .  .</a:t>
              </a:r>
              <a:endParaRPr lang="ko-KR" altLang="en-US" dirty="0">
                <a:solidFill>
                  <a:schemeClr val="bg1"/>
                </a:solidFill>
                <a:latin typeface="Gill Sans Nova Ultra Bold" panose="020F050202020403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E6D41D6-877B-8CCB-FD08-32434AA55964}"/>
                </a:ext>
              </a:extLst>
            </p:cNvPr>
            <p:cNvSpPr txBox="1"/>
            <p:nvPr/>
          </p:nvSpPr>
          <p:spPr>
            <a:xfrm flipH="1">
              <a:off x="6165673" y="5033251"/>
              <a:ext cx="461665" cy="891977"/>
            </a:xfrm>
            <a:prstGeom prst="rect">
              <a:avLst/>
            </a:prstGeom>
            <a:noFill/>
            <a:scene3d>
              <a:camera prst="orthographicFront">
                <a:rot lat="4200000" lon="0" rev="0"/>
              </a:camera>
              <a:lightRig rig="threePt" dir="t"/>
            </a:scene3d>
          </p:spPr>
          <p:txBody>
            <a:bodyPr vert="eaVert"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Gill Sans Nova Ultra Bold" panose="020F0502020204030204" pitchFamily="34" charset="0"/>
                </a:rPr>
                <a:t>.  .  .</a:t>
              </a:r>
              <a:endParaRPr lang="ko-KR" altLang="en-US" dirty="0">
                <a:solidFill>
                  <a:schemeClr val="bg1"/>
                </a:solidFill>
                <a:latin typeface="Gill Sans Nova Ultra Bold" panose="020F050202020403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F4CA44-98EB-F1F5-6EBB-437D7B23B980}"/>
                </a:ext>
              </a:extLst>
            </p:cNvPr>
            <p:cNvSpPr txBox="1"/>
            <p:nvPr/>
          </p:nvSpPr>
          <p:spPr>
            <a:xfrm flipH="1">
              <a:off x="6166227" y="1264169"/>
              <a:ext cx="461665" cy="891977"/>
            </a:xfrm>
            <a:prstGeom prst="rect">
              <a:avLst/>
            </a:prstGeom>
            <a:noFill/>
            <a:scene3d>
              <a:camera prst="orthographicFront">
                <a:rot lat="4200000" lon="0" rev="0"/>
              </a:camera>
              <a:lightRig rig="threePt" dir="t"/>
            </a:scene3d>
          </p:spPr>
          <p:txBody>
            <a:bodyPr vert="eaVert"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Gill Sans Nova Ultra Bold" panose="020F0502020204030204" pitchFamily="34" charset="0"/>
                </a:rPr>
                <a:t>.  .  .</a:t>
              </a:r>
              <a:endParaRPr lang="ko-KR" altLang="en-US" dirty="0">
                <a:solidFill>
                  <a:schemeClr val="bg1"/>
                </a:solidFill>
                <a:latin typeface="Gill Sans Nova Ultra Bold" panose="020F0502020204030204" pitchFamily="34" charset="0"/>
              </a:endParaRPr>
            </a:p>
          </p:txBody>
        </p:sp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AC455F4D-7A94-E315-4E2E-EB29FA8E6C7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3570" y="1910677"/>
            <a:ext cx="907657" cy="1978409"/>
          </a:xfrm>
          <a:prstGeom prst="rect">
            <a:avLst/>
          </a:prstGeom>
        </p:spPr>
      </p:pic>
      <p:grpSp>
        <p:nvGrpSpPr>
          <p:cNvPr id="39" name="그룹 38">
            <a:extLst>
              <a:ext uri="{FF2B5EF4-FFF2-40B4-BE49-F238E27FC236}">
                <a16:creationId xmlns:a16="http://schemas.microsoft.com/office/drawing/2014/main" id="{F9524A4E-7D11-329B-4B5F-F156E671A0F4}"/>
              </a:ext>
            </a:extLst>
          </p:cNvPr>
          <p:cNvGrpSpPr/>
          <p:nvPr/>
        </p:nvGrpSpPr>
        <p:grpSpPr>
          <a:xfrm>
            <a:off x="8160793" y="909208"/>
            <a:ext cx="2312544" cy="4222212"/>
            <a:chOff x="10233782" y="3249495"/>
            <a:chExt cx="1105232" cy="2017918"/>
          </a:xfrm>
        </p:grpSpPr>
        <p:pic>
          <p:nvPicPr>
            <p:cNvPr id="40" name="그림 39" descr="블랙, 모노크롬, 흑백, 예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A706297-E4FA-34DA-3667-081267190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6141" y="4164542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41" name="그림 40" descr="모노크롬, 흑백, 예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9381B8C-D438-324C-D6FE-60F40CAFA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6143" y="3903070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43" name="그림 42" descr="정물 사진, 흑백, 모노크롬, 달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3CFF01C-3C73-A312-6549-82256E1F7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3782" y="3581358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44" name="그림 43" descr="두개골, 원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CCE0A7E-79C0-6545-4309-71DBA6312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6143" y="3249495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D6132F3B-F333-8D24-7B09-F3633EB5232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27889" y="2587581"/>
            <a:ext cx="907657" cy="1058540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E8B78176-0910-5399-868E-A1BF3EE874CA}"/>
              </a:ext>
            </a:extLst>
          </p:cNvPr>
          <p:cNvGrpSpPr/>
          <p:nvPr/>
        </p:nvGrpSpPr>
        <p:grpSpPr>
          <a:xfrm>
            <a:off x="8149002" y="4006323"/>
            <a:ext cx="2312544" cy="3527835"/>
            <a:chOff x="10233782" y="3581358"/>
            <a:chExt cx="1105232" cy="1686055"/>
          </a:xfrm>
        </p:grpSpPr>
        <p:pic>
          <p:nvPicPr>
            <p:cNvPr id="55" name="그림 54" descr="블랙, 모노크롬, 흑백, 예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F3617A2-8D7B-890F-742D-4F62CD7CA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6141" y="4164542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56" name="그림 55" descr="모노크롬, 흑백, 예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1CF22B3-21A9-37F3-8811-C26255F00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6143" y="3903070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  <p:pic>
          <p:nvPicPr>
            <p:cNvPr id="57" name="그림 56" descr="정물 사진, 흑백, 모노크롬, 달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945A794-E9A0-21EB-0204-7F973526A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3782" y="3581358"/>
              <a:ext cx="1102871" cy="1102871"/>
            </a:xfrm>
            <a:prstGeom prst="rect">
              <a:avLst/>
            </a:prstGeom>
            <a:scene3d>
              <a:camera prst="orthographicFront">
                <a:rot lat="4200000" lon="0" rev="0"/>
              </a:camera>
              <a:lightRig rig="threePt" dir="t"/>
            </a:scene3d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E7C634CC-A109-E48B-14B3-98824480464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27889" y="5361682"/>
            <a:ext cx="907657" cy="78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72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19437-7D36-2456-ACFA-3E4533F03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DF468D4-F2C7-AAB5-8AFA-C3D2A461D6C2}"/>
              </a:ext>
            </a:extLst>
          </p:cNvPr>
          <p:cNvSpPr/>
          <p:nvPr/>
        </p:nvSpPr>
        <p:spPr>
          <a:xfrm>
            <a:off x="5300492" y="4023160"/>
            <a:ext cx="2600023" cy="20368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5697A8B9-A39F-F3C0-F1AA-E845FC39EBE7}"/>
              </a:ext>
            </a:extLst>
          </p:cNvPr>
          <p:cNvSpPr/>
          <p:nvPr/>
        </p:nvSpPr>
        <p:spPr>
          <a:xfrm>
            <a:off x="9206773" y="-1"/>
            <a:ext cx="5975169" cy="3227213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5AD9977E-CDAB-5151-2359-EFC0AA4C6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25" y="439477"/>
            <a:ext cx="2257845" cy="2214320"/>
          </a:xfrm>
          <a:prstGeom prst="rect">
            <a:avLst/>
          </a:prstGeom>
        </p:spPr>
      </p:pic>
      <p:sp>
        <p:nvSpPr>
          <p:cNvPr id="86" name="직사각형 85">
            <a:extLst>
              <a:ext uri="{FF2B5EF4-FFF2-40B4-BE49-F238E27FC236}">
                <a16:creationId xmlns:a16="http://schemas.microsoft.com/office/drawing/2014/main" id="{AEB54F26-CEF0-451B-285A-D27FA7E18F25}"/>
              </a:ext>
            </a:extLst>
          </p:cNvPr>
          <p:cNvSpPr/>
          <p:nvPr/>
        </p:nvSpPr>
        <p:spPr>
          <a:xfrm>
            <a:off x="2370838" y="1506485"/>
            <a:ext cx="2050132" cy="1005837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2D52922-A55B-D914-E9DA-BD3ABACFFBFE}"/>
              </a:ext>
            </a:extLst>
          </p:cNvPr>
          <p:cNvSpPr txBox="1"/>
          <p:nvPr/>
        </p:nvSpPr>
        <p:spPr>
          <a:xfrm>
            <a:off x="4348659" y="2053225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50%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56B4B86-04C5-2627-4705-1ABC9EEEF14D}"/>
              </a:ext>
            </a:extLst>
          </p:cNvPr>
          <p:cNvSpPr/>
          <p:nvPr/>
        </p:nvSpPr>
        <p:spPr>
          <a:xfrm>
            <a:off x="2370838" y="495356"/>
            <a:ext cx="2050132" cy="1005837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ED121C3-840B-EB05-092D-0EE6AE19435D}"/>
              </a:ext>
            </a:extLst>
          </p:cNvPr>
          <p:cNvSpPr txBox="1"/>
          <p:nvPr/>
        </p:nvSpPr>
        <p:spPr>
          <a:xfrm>
            <a:off x="4326457" y="729807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50%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E871270-B831-B761-91E0-F0AC159F84BA}"/>
              </a:ext>
            </a:extLst>
          </p:cNvPr>
          <p:cNvSpPr/>
          <p:nvPr/>
        </p:nvSpPr>
        <p:spPr>
          <a:xfrm>
            <a:off x="9434194" y="5503826"/>
            <a:ext cx="1514475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 AIIS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2261F12D-7D91-D166-824E-AFA04B67CED8}"/>
              </a:ext>
            </a:extLst>
          </p:cNvPr>
          <p:cNvSpPr/>
          <p:nvPr/>
        </p:nvSpPr>
        <p:spPr>
          <a:xfrm>
            <a:off x="2184009" y="2697618"/>
            <a:ext cx="2462824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영상에서 하위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50%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</a:t>
            </a: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EC3E2493-8E75-2E86-BCD4-7C6CBC49FB5A}"/>
              </a:ext>
            </a:extLst>
          </p:cNvPr>
          <p:cNvSpPr>
            <a:spLocks noChangeAspect="1"/>
          </p:cNvSpPr>
          <p:nvPr/>
        </p:nvSpPr>
        <p:spPr>
          <a:xfrm>
            <a:off x="-905067" y="1818034"/>
            <a:ext cx="108488" cy="11158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8FAEE6DD-2644-3D55-690B-0E5EC00394C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02" t="17883" r="35397" b="17249"/>
          <a:stretch/>
        </p:blipFill>
        <p:spPr>
          <a:xfrm>
            <a:off x="231862" y="184390"/>
            <a:ext cx="1258788" cy="2805952"/>
          </a:xfrm>
          <a:prstGeom prst="rect">
            <a:avLst/>
          </a:prstGeom>
        </p:spPr>
      </p:pic>
      <p:sp>
        <p:nvSpPr>
          <p:cNvPr id="105" name="정육면체 104">
            <a:extLst>
              <a:ext uri="{FF2B5EF4-FFF2-40B4-BE49-F238E27FC236}">
                <a16:creationId xmlns:a16="http://schemas.microsoft.com/office/drawing/2014/main" id="{E64B2BD3-C06A-509A-84DC-69CAF51F71E9}"/>
              </a:ext>
            </a:extLst>
          </p:cNvPr>
          <p:cNvSpPr/>
          <p:nvPr/>
        </p:nvSpPr>
        <p:spPr>
          <a:xfrm>
            <a:off x="406419" y="1075554"/>
            <a:ext cx="900837" cy="1042677"/>
          </a:xfrm>
          <a:prstGeom prst="cube">
            <a:avLst>
              <a:gd name="adj" fmla="val 15217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00D7CDBB-68CD-104E-FC51-9164D4C82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28" y="1220244"/>
            <a:ext cx="840465" cy="897987"/>
          </a:xfrm>
          <a:prstGeom prst="rect">
            <a:avLst/>
          </a:prstGeom>
        </p:spPr>
      </p:pic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F74D4CF-20EB-8AC5-F147-312AB741C8CC}"/>
              </a:ext>
            </a:extLst>
          </p:cNvPr>
          <p:cNvSpPr/>
          <p:nvPr/>
        </p:nvSpPr>
        <p:spPr>
          <a:xfrm>
            <a:off x="5300492" y="4000339"/>
            <a:ext cx="2600023" cy="4887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2D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</a:rPr>
              <a:t>UNet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기반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 AIIS </a:t>
            </a:r>
            <a:r>
              <a:rPr lang="ko-KR" altLang="en-US" sz="1400" dirty="0">
                <a:solidFill>
                  <a:schemeClr val="tx1"/>
                </a:solidFill>
              </a:rPr>
              <a:t>모듈</a:t>
            </a: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9623F2C7-ADD3-A70E-F48A-04EF011967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93" y="4262150"/>
            <a:ext cx="1131012" cy="1212720"/>
          </a:xfrm>
          <a:prstGeom prst="rect">
            <a:avLst/>
          </a:prstGeom>
        </p:spPr>
      </p:pic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AB442534-B444-ABC2-3AFF-7BAF298B8049}"/>
              </a:ext>
            </a:extLst>
          </p:cNvPr>
          <p:cNvSpPr/>
          <p:nvPr/>
        </p:nvSpPr>
        <p:spPr>
          <a:xfrm>
            <a:off x="46961" y="5550540"/>
            <a:ext cx="1514475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Axial View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</a:rPr>
              <a:t>축상면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7" name="화살표: 오른쪽 116">
            <a:extLst>
              <a:ext uri="{FF2B5EF4-FFF2-40B4-BE49-F238E27FC236}">
                <a16:creationId xmlns:a16="http://schemas.microsoft.com/office/drawing/2014/main" id="{14B50C7D-A5F8-A75A-6575-5581BAF7D78C}"/>
              </a:ext>
            </a:extLst>
          </p:cNvPr>
          <p:cNvSpPr/>
          <p:nvPr/>
        </p:nvSpPr>
        <p:spPr>
          <a:xfrm>
            <a:off x="8074070" y="4659743"/>
            <a:ext cx="790818" cy="450694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368CDE82-3244-F329-8951-515F82A58064}"/>
              </a:ext>
            </a:extLst>
          </p:cNvPr>
          <p:cNvGrpSpPr/>
          <p:nvPr/>
        </p:nvGrpSpPr>
        <p:grpSpPr>
          <a:xfrm>
            <a:off x="2067094" y="3870037"/>
            <a:ext cx="2828627" cy="2189948"/>
            <a:chOff x="7682659" y="-1034831"/>
            <a:chExt cx="5852172" cy="4389129"/>
          </a:xfrm>
        </p:grpSpPr>
        <p:pic>
          <p:nvPicPr>
            <p:cNvPr id="119" name="그림 118" descr="스크린샷, 의료 영상, 방사선과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1830890-3BAD-1D56-0022-DF7628130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2659" y="-1034831"/>
              <a:ext cx="5852172" cy="4389129"/>
            </a:xfrm>
            <a:prstGeom prst="rect">
              <a:avLst/>
            </a:prstGeom>
          </p:spPr>
        </p:pic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B3F19D57-F6B0-22C8-B326-9963D0F9D650}"/>
                </a:ext>
              </a:extLst>
            </p:cNvPr>
            <p:cNvSpPr/>
            <p:nvPr/>
          </p:nvSpPr>
          <p:spPr>
            <a:xfrm>
              <a:off x="8976675" y="205893"/>
              <a:ext cx="1632069" cy="1975708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A57E5332-2D45-2DA2-CED8-8807604F6D50}"/>
              </a:ext>
            </a:extLst>
          </p:cNvPr>
          <p:cNvSpPr/>
          <p:nvPr/>
        </p:nvSpPr>
        <p:spPr>
          <a:xfrm>
            <a:off x="2091324" y="5969352"/>
            <a:ext cx="2828627" cy="888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데이터 </a:t>
            </a:r>
            <a:r>
              <a:rPr lang="ko-KR" altLang="en-US" sz="1400" dirty="0" err="1">
                <a:solidFill>
                  <a:schemeClr val="tx1"/>
                </a:solidFill>
              </a:rPr>
              <a:t>전처리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영상에서 상위 </a:t>
            </a:r>
            <a:r>
              <a:rPr lang="en-US" altLang="ko-KR" sz="1400" dirty="0">
                <a:solidFill>
                  <a:schemeClr val="tx1"/>
                </a:solidFill>
              </a:rPr>
              <a:t>20%, </a:t>
            </a:r>
            <a:r>
              <a:rPr lang="ko-KR" altLang="en-US" sz="1400" dirty="0">
                <a:solidFill>
                  <a:schemeClr val="tx1"/>
                </a:solidFill>
              </a:rPr>
              <a:t>하위</a:t>
            </a:r>
            <a:r>
              <a:rPr lang="en-US" altLang="ko-KR" sz="1400" dirty="0">
                <a:solidFill>
                  <a:schemeClr val="tx1"/>
                </a:solidFill>
              </a:rPr>
              <a:t> 20%</a:t>
            </a:r>
            <a:r>
              <a:rPr lang="ko-KR" altLang="en-US" sz="1400" dirty="0">
                <a:solidFill>
                  <a:schemeClr val="tx1"/>
                </a:solidFill>
              </a:rPr>
              <a:t>는 의미 없는 데이터로 제거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2" name="화살표: 오른쪽 121">
            <a:extLst>
              <a:ext uri="{FF2B5EF4-FFF2-40B4-BE49-F238E27FC236}">
                <a16:creationId xmlns:a16="http://schemas.microsoft.com/office/drawing/2014/main" id="{82623966-ADF5-FD7A-5276-BCA94C71EA29}"/>
              </a:ext>
            </a:extLst>
          </p:cNvPr>
          <p:cNvSpPr/>
          <p:nvPr/>
        </p:nvSpPr>
        <p:spPr>
          <a:xfrm>
            <a:off x="1561436" y="4659743"/>
            <a:ext cx="746300" cy="44349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B9308612-E89F-58AC-5464-5DD06A2D9C2A}"/>
              </a:ext>
            </a:extLst>
          </p:cNvPr>
          <p:cNvCxnSpPr>
            <a:cxnSpLocks/>
            <a:stCxn id="102" idx="6"/>
          </p:cNvCxnSpPr>
          <p:nvPr/>
        </p:nvCxnSpPr>
        <p:spPr>
          <a:xfrm flipV="1">
            <a:off x="-796579" y="505170"/>
            <a:ext cx="3181667" cy="136865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F6ED0556-2936-BC49-FE9B-B792E9C4FA67}"/>
              </a:ext>
            </a:extLst>
          </p:cNvPr>
          <p:cNvCxnSpPr>
            <a:cxnSpLocks/>
            <a:stCxn id="102" idx="6"/>
          </p:cNvCxnSpPr>
          <p:nvPr/>
        </p:nvCxnSpPr>
        <p:spPr>
          <a:xfrm flipV="1">
            <a:off x="-796579" y="495356"/>
            <a:ext cx="5161624" cy="137847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7A8012F8-302D-F601-4835-71F8FD3296C5}"/>
              </a:ext>
            </a:extLst>
          </p:cNvPr>
          <p:cNvCxnSpPr>
            <a:cxnSpLocks/>
            <a:stCxn id="102" idx="6"/>
          </p:cNvCxnSpPr>
          <p:nvPr/>
        </p:nvCxnSpPr>
        <p:spPr>
          <a:xfrm>
            <a:off x="-796579" y="1873828"/>
            <a:ext cx="3199964" cy="6275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CD405082-80B2-8584-472E-8FBBCDD04D8E}"/>
              </a:ext>
            </a:extLst>
          </p:cNvPr>
          <p:cNvCxnSpPr>
            <a:cxnSpLocks/>
            <a:stCxn id="102" idx="6"/>
          </p:cNvCxnSpPr>
          <p:nvPr/>
        </p:nvCxnSpPr>
        <p:spPr>
          <a:xfrm>
            <a:off x="-796579" y="1873828"/>
            <a:ext cx="5193319" cy="6498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화살표: 오른쪽 126">
            <a:extLst>
              <a:ext uri="{FF2B5EF4-FFF2-40B4-BE49-F238E27FC236}">
                <a16:creationId xmlns:a16="http://schemas.microsoft.com/office/drawing/2014/main" id="{6DD100C1-514E-A84C-3767-BF961F310C90}"/>
              </a:ext>
            </a:extLst>
          </p:cNvPr>
          <p:cNvSpPr/>
          <p:nvPr/>
        </p:nvSpPr>
        <p:spPr>
          <a:xfrm>
            <a:off x="4479719" y="4643163"/>
            <a:ext cx="788855" cy="450694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5" name="그림 134" descr="의료 영상, 흑백, 엑스레이 필름, 모노크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0D6A4B-B8C8-8C83-01D2-DFD5BBFC15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588" y="4195765"/>
            <a:ext cx="1125639" cy="1345490"/>
          </a:xfrm>
          <a:prstGeom prst="rect">
            <a:avLst/>
          </a:prstGeom>
        </p:spPr>
      </p:pic>
      <p:pic>
        <p:nvPicPr>
          <p:cNvPr id="137" name="그림 136" descr="흑백, 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4FD3F8-27EC-73D5-7015-718C441F78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0922" y="4195765"/>
            <a:ext cx="1125639" cy="1345490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4DE72703-80DC-8AD0-D629-2D0A898E31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3736" y="424225"/>
            <a:ext cx="5556528" cy="2779661"/>
          </a:xfrm>
          <a:prstGeom prst="rect">
            <a:avLst/>
          </a:prstGeom>
        </p:spPr>
      </p:pic>
      <p:cxnSp>
        <p:nvCxnSpPr>
          <p:cNvPr id="156" name="꺾인 연결선 30">
            <a:extLst>
              <a:ext uri="{FF2B5EF4-FFF2-40B4-BE49-F238E27FC236}">
                <a16:creationId xmlns:a16="http://schemas.microsoft.com/office/drawing/2014/main" id="{3D907A31-5BDA-55C5-9897-430A31A3580C}"/>
              </a:ext>
            </a:extLst>
          </p:cNvPr>
          <p:cNvCxnSpPr>
            <a:cxnSpLocks/>
          </p:cNvCxnSpPr>
          <p:nvPr/>
        </p:nvCxnSpPr>
        <p:spPr>
          <a:xfrm flipV="1">
            <a:off x="7686757" y="1814056"/>
            <a:ext cx="1726979" cy="1090412"/>
          </a:xfrm>
          <a:prstGeom prst="bentConnector3">
            <a:avLst>
              <a:gd name="adj1" fmla="val 57060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E6F6CEC6-8DE4-F7CE-09F8-32429A76D78D}"/>
              </a:ext>
            </a:extLst>
          </p:cNvPr>
          <p:cNvSpPr/>
          <p:nvPr/>
        </p:nvSpPr>
        <p:spPr>
          <a:xfrm>
            <a:off x="9206773" y="-9153"/>
            <a:ext cx="5975169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이미지 확장 모듈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ABE8F2B-75F3-212B-86B7-98F3D68345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2362" y="13688"/>
            <a:ext cx="3788687" cy="3213525"/>
          </a:xfrm>
          <a:prstGeom prst="rect">
            <a:avLst/>
          </a:prstGeom>
        </p:spPr>
      </p:pic>
      <p:cxnSp>
        <p:nvCxnSpPr>
          <p:cNvPr id="6" name="꺾인 연결선 30">
            <a:extLst>
              <a:ext uri="{FF2B5EF4-FFF2-40B4-BE49-F238E27FC236}">
                <a16:creationId xmlns:a16="http://schemas.microsoft.com/office/drawing/2014/main" id="{C7F41658-81B6-AE32-5445-CBF73491E2F2}"/>
              </a:ext>
            </a:extLst>
          </p:cNvPr>
          <p:cNvCxnSpPr>
            <a:cxnSpLocks/>
            <a:stCxn id="135" idx="0"/>
            <a:endCxn id="25" idx="4"/>
          </p:cNvCxnSpPr>
          <p:nvPr/>
        </p:nvCxnSpPr>
        <p:spPr>
          <a:xfrm rot="16200000" flipV="1">
            <a:off x="7545020" y="2212376"/>
            <a:ext cx="1478037" cy="2488741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544D2FAD-48E3-DB10-6B10-DC4AE08AF8A7}"/>
              </a:ext>
            </a:extLst>
          </p:cNvPr>
          <p:cNvSpPr/>
          <p:nvPr/>
        </p:nvSpPr>
        <p:spPr>
          <a:xfrm>
            <a:off x="6944804" y="2589866"/>
            <a:ext cx="189726" cy="12786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꺾인 연결선 30">
            <a:extLst>
              <a:ext uri="{FF2B5EF4-FFF2-40B4-BE49-F238E27FC236}">
                <a16:creationId xmlns:a16="http://schemas.microsoft.com/office/drawing/2014/main" id="{5C8170B5-0829-3917-D08B-211B47B39C15}"/>
              </a:ext>
            </a:extLst>
          </p:cNvPr>
          <p:cNvCxnSpPr>
            <a:cxnSpLocks/>
            <a:stCxn id="86" idx="3"/>
            <a:endCxn id="22" idx="1"/>
          </p:cNvCxnSpPr>
          <p:nvPr/>
        </p:nvCxnSpPr>
        <p:spPr>
          <a:xfrm flipV="1">
            <a:off x="4420970" y="612530"/>
            <a:ext cx="1044059" cy="1396874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0D0021-AF20-F1D3-AEFA-297F75D7A086}"/>
              </a:ext>
            </a:extLst>
          </p:cNvPr>
          <p:cNvSpPr/>
          <p:nvPr/>
        </p:nvSpPr>
        <p:spPr>
          <a:xfrm>
            <a:off x="5465029" y="-276134"/>
            <a:ext cx="1327775" cy="1777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0B27A55B-D91C-8F35-4638-9CD0E5990A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64327" y="4608079"/>
            <a:ext cx="2435487" cy="1307543"/>
          </a:xfrm>
          <a:prstGeom prst="rect">
            <a:avLst/>
          </a:prstGeom>
        </p:spPr>
      </p:pic>
      <p:sp>
        <p:nvSpPr>
          <p:cNvPr id="5" name="文本框 58">
            <a:extLst>
              <a:ext uri="{FF2B5EF4-FFF2-40B4-BE49-F238E27FC236}">
                <a16:creationId xmlns:a16="http://schemas.microsoft.com/office/drawing/2014/main" id="{0D72EEA3-BABA-F42A-C8C0-82B8DC367BBF}"/>
              </a:ext>
            </a:extLst>
          </p:cNvPr>
          <p:cNvSpPr txBox="1"/>
          <p:nvPr/>
        </p:nvSpPr>
        <p:spPr>
          <a:xfrm>
            <a:off x="-837144" y="-154968"/>
            <a:ext cx="5378394" cy="58477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Fig.2: old</a:t>
            </a:r>
            <a:r>
              <a:rPr lang="ko-KR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4834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DEA4-C399-7331-E9A6-05D7AAE89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35A43544-4B17-3A3E-2F24-071700A6D051}"/>
              </a:ext>
            </a:extLst>
          </p:cNvPr>
          <p:cNvSpPr/>
          <p:nvPr/>
        </p:nvSpPr>
        <p:spPr>
          <a:xfrm>
            <a:off x="9206773" y="-1"/>
            <a:ext cx="5975169" cy="3227213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8904040C-3874-40DA-42D5-90733B069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25" y="439477"/>
            <a:ext cx="2257845" cy="2214320"/>
          </a:xfrm>
          <a:prstGeom prst="rect">
            <a:avLst/>
          </a:prstGeom>
        </p:spPr>
      </p:pic>
      <p:sp>
        <p:nvSpPr>
          <p:cNvPr id="86" name="직사각형 85">
            <a:extLst>
              <a:ext uri="{FF2B5EF4-FFF2-40B4-BE49-F238E27FC236}">
                <a16:creationId xmlns:a16="http://schemas.microsoft.com/office/drawing/2014/main" id="{2F0D3515-54DC-9F0B-38BB-7E7394144EBF}"/>
              </a:ext>
            </a:extLst>
          </p:cNvPr>
          <p:cNvSpPr/>
          <p:nvPr/>
        </p:nvSpPr>
        <p:spPr>
          <a:xfrm>
            <a:off x="2370838" y="1506485"/>
            <a:ext cx="2050132" cy="1005837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FBE60D1-5891-20F4-57BF-15B57A987004}"/>
              </a:ext>
            </a:extLst>
          </p:cNvPr>
          <p:cNvSpPr txBox="1"/>
          <p:nvPr/>
        </p:nvSpPr>
        <p:spPr>
          <a:xfrm>
            <a:off x="4348659" y="2053225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50%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9CE3C894-88F5-8678-299A-F3B751A08CD8}"/>
              </a:ext>
            </a:extLst>
          </p:cNvPr>
          <p:cNvSpPr/>
          <p:nvPr/>
        </p:nvSpPr>
        <p:spPr>
          <a:xfrm>
            <a:off x="2370838" y="495356"/>
            <a:ext cx="2050132" cy="1005837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A2529F3-CB86-A784-9A0D-A4FA38CDFDD9}"/>
              </a:ext>
            </a:extLst>
          </p:cNvPr>
          <p:cNvSpPr txBox="1"/>
          <p:nvPr/>
        </p:nvSpPr>
        <p:spPr>
          <a:xfrm>
            <a:off x="4326457" y="729807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50%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AFD6071-84D5-4004-34DF-F1C4743CB134}"/>
              </a:ext>
            </a:extLst>
          </p:cNvPr>
          <p:cNvSpPr/>
          <p:nvPr/>
        </p:nvSpPr>
        <p:spPr>
          <a:xfrm>
            <a:off x="9434194" y="5503826"/>
            <a:ext cx="1514475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 AIIS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0A16A75-4489-0747-C32A-C5714E3C0694}"/>
              </a:ext>
            </a:extLst>
          </p:cNvPr>
          <p:cNvSpPr/>
          <p:nvPr/>
        </p:nvSpPr>
        <p:spPr>
          <a:xfrm>
            <a:off x="2184009" y="2697618"/>
            <a:ext cx="2462824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영상에서 하위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50%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</a:t>
            </a: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0AFDD624-59F0-BA37-A594-32FD775EE162}"/>
              </a:ext>
            </a:extLst>
          </p:cNvPr>
          <p:cNvSpPr>
            <a:spLocks noChangeAspect="1"/>
          </p:cNvSpPr>
          <p:nvPr/>
        </p:nvSpPr>
        <p:spPr>
          <a:xfrm>
            <a:off x="-905067" y="1818034"/>
            <a:ext cx="108488" cy="11158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758A79B0-C6D8-0451-044A-5EDBD6E3163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02" t="17883" r="35397" b="17249"/>
          <a:stretch/>
        </p:blipFill>
        <p:spPr>
          <a:xfrm>
            <a:off x="231862" y="184390"/>
            <a:ext cx="1258788" cy="2805952"/>
          </a:xfrm>
          <a:prstGeom prst="rect">
            <a:avLst/>
          </a:prstGeom>
        </p:spPr>
      </p:pic>
      <p:sp>
        <p:nvSpPr>
          <p:cNvPr id="105" name="정육면체 104">
            <a:extLst>
              <a:ext uri="{FF2B5EF4-FFF2-40B4-BE49-F238E27FC236}">
                <a16:creationId xmlns:a16="http://schemas.microsoft.com/office/drawing/2014/main" id="{B790714E-FBCA-5AE1-4E86-2883817CACDE}"/>
              </a:ext>
            </a:extLst>
          </p:cNvPr>
          <p:cNvSpPr/>
          <p:nvPr/>
        </p:nvSpPr>
        <p:spPr>
          <a:xfrm>
            <a:off x="406419" y="1075554"/>
            <a:ext cx="900837" cy="1042677"/>
          </a:xfrm>
          <a:prstGeom prst="cube">
            <a:avLst>
              <a:gd name="adj" fmla="val 15217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24C4181B-E304-D959-5499-3619F7CCC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28" y="1220244"/>
            <a:ext cx="840465" cy="897987"/>
          </a:xfrm>
          <a:prstGeom prst="rect">
            <a:avLst/>
          </a:prstGeom>
        </p:spPr>
      </p:pic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C050491B-3FAC-22BE-83E3-52C393E84AC1}"/>
              </a:ext>
            </a:extLst>
          </p:cNvPr>
          <p:cNvSpPr/>
          <p:nvPr/>
        </p:nvSpPr>
        <p:spPr>
          <a:xfrm>
            <a:off x="5387540" y="4503383"/>
            <a:ext cx="2352714" cy="7302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2D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</a:rPr>
              <a:t>UNet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기반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 AIIS </a:t>
            </a:r>
            <a:r>
              <a:rPr lang="ko-KR" altLang="en-US" sz="1400" dirty="0">
                <a:solidFill>
                  <a:schemeClr val="tx1"/>
                </a:solidFill>
              </a:rPr>
              <a:t>모듈</a:t>
            </a: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083D4C24-06FF-A7FE-5A53-51A6B33A6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93" y="4262150"/>
            <a:ext cx="1131012" cy="1212720"/>
          </a:xfrm>
          <a:prstGeom prst="rect">
            <a:avLst/>
          </a:prstGeom>
        </p:spPr>
      </p:pic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F5B091B-2AE6-1A8F-E03E-C0FD974F42C5}"/>
              </a:ext>
            </a:extLst>
          </p:cNvPr>
          <p:cNvSpPr/>
          <p:nvPr/>
        </p:nvSpPr>
        <p:spPr>
          <a:xfrm>
            <a:off x="46961" y="5550540"/>
            <a:ext cx="1514475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Axial View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</a:rPr>
              <a:t>축상면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7" name="화살표: 오른쪽 116">
            <a:extLst>
              <a:ext uri="{FF2B5EF4-FFF2-40B4-BE49-F238E27FC236}">
                <a16:creationId xmlns:a16="http://schemas.microsoft.com/office/drawing/2014/main" id="{FD3B68A4-5FC8-F278-13A9-224A647B59D9}"/>
              </a:ext>
            </a:extLst>
          </p:cNvPr>
          <p:cNvSpPr/>
          <p:nvPr/>
        </p:nvSpPr>
        <p:spPr>
          <a:xfrm>
            <a:off x="7839949" y="4643162"/>
            <a:ext cx="952353" cy="450694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6BCF7A56-F331-FBCC-DAF2-11E0DBB79621}"/>
              </a:ext>
            </a:extLst>
          </p:cNvPr>
          <p:cNvGrpSpPr/>
          <p:nvPr/>
        </p:nvGrpSpPr>
        <p:grpSpPr>
          <a:xfrm>
            <a:off x="2067094" y="3870037"/>
            <a:ext cx="2828627" cy="2189948"/>
            <a:chOff x="7682659" y="-1034831"/>
            <a:chExt cx="5852172" cy="4389129"/>
          </a:xfrm>
        </p:grpSpPr>
        <p:pic>
          <p:nvPicPr>
            <p:cNvPr id="119" name="그림 118" descr="스크린샷, 의료 영상, 방사선과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BDC7FE0-9833-5F5D-B604-611BA0AFE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2659" y="-1034831"/>
              <a:ext cx="5852172" cy="4389129"/>
            </a:xfrm>
            <a:prstGeom prst="rect">
              <a:avLst/>
            </a:prstGeom>
          </p:spPr>
        </p:pic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669E9870-F94C-05ED-1CDD-6E03DA03C40F}"/>
                </a:ext>
              </a:extLst>
            </p:cNvPr>
            <p:cNvSpPr/>
            <p:nvPr/>
          </p:nvSpPr>
          <p:spPr>
            <a:xfrm>
              <a:off x="8976675" y="205893"/>
              <a:ext cx="1632069" cy="1975708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28ECA818-4D8B-4875-E188-30562DF7B2F9}"/>
              </a:ext>
            </a:extLst>
          </p:cNvPr>
          <p:cNvSpPr/>
          <p:nvPr/>
        </p:nvSpPr>
        <p:spPr>
          <a:xfrm>
            <a:off x="2091324" y="5969352"/>
            <a:ext cx="2828627" cy="888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데이터 </a:t>
            </a:r>
            <a:r>
              <a:rPr lang="ko-KR" altLang="en-US" sz="1400" dirty="0" err="1">
                <a:solidFill>
                  <a:schemeClr val="tx1"/>
                </a:solidFill>
              </a:rPr>
              <a:t>전처리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영상에서 상위 </a:t>
            </a:r>
            <a:r>
              <a:rPr lang="en-US" altLang="ko-KR" sz="1400" dirty="0">
                <a:solidFill>
                  <a:schemeClr val="tx1"/>
                </a:solidFill>
              </a:rPr>
              <a:t>20%, </a:t>
            </a:r>
            <a:r>
              <a:rPr lang="ko-KR" altLang="en-US" sz="1400" dirty="0">
                <a:solidFill>
                  <a:schemeClr val="tx1"/>
                </a:solidFill>
              </a:rPr>
              <a:t>하위</a:t>
            </a:r>
            <a:r>
              <a:rPr lang="en-US" altLang="ko-KR" sz="1400" dirty="0">
                <a:solidFill>
                  <a:schemeClr val="tx1"/>
                </a:solidFill>
              </a:rPr>
              <a:t> 20%</a:t>
            </a:r>
            <a:r>
              <a:rPr lang="ko-KR" altLang="en-US" sz="1400" dirty="0">
                <a:solidFill>
                  <a:schemeClr val="tx1"/>
                </a:solidFill>
              </a:rPr>
              <a:t>는 의미 없는 데이터로 제거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2" name="화살표: 오른쪽 121">
            <a:extLst>
              <a:ext uri="{FF2B5EF4-FFF2-40B4-BE49-F238E27FC236}">
                <a16:creationId xmlns:a16="http://schemas.microsoft.com/office/drawing/2014/main" id="{70D4F934-6F71-7E85-672F-EBF517F9DA12}"/>
              </a:ext>
            </a:extLst>
          </p:cNvPr>
          <p:cNvSpPr/>
          <p:nvPr/>
        </p:nvSpPr>
        <p:spPr>
          <a:xfrm>
            <a:off x="1561436" y="4659743"/>
            <a:ext cx="746300" cy="44349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5EED4DAD-7441-AC43-91AA-91DC647EC491}"/>
              </a:ext>
            </a:extLst>
          </p:cNvPr>
          <p:cNvCxnSpPr>
            <a:cxnSpLocks/>
            <a:stCxn id="102" idx="6"/>
          </p:cNvCxnSpPr>
          <p:nvPr/>
        </p:nvCxnSpPr>
        <p:spPr>
          <a:xfrm flipV="1">
            <a:off x="-796579" y="505170"/>
            <a:ext cx="3181667" cy="136865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A2CBF0DF-A609-FD56-1DC5-AF1768D96E81}"/>
              </a:ext>
            </a:extLst>
          </p:cNvPr>
          <p:cNvCxnSpPr>
            <a:cxnSpLocks/>
            <a:stCxn id="102" idx="6"/>
          </p:cNvCxnSpPr>
          <p:nvPr/>
        </p:nvCxnSpPr>
        <p:spPr>
          <a:xfrm flipV="1">
            <a:off x="-796579" y="495356"/>
            <a:ext cx="5161624" cy="137847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0835206D-7B75-F89B-C6C8-0EC882CAA948}"/>
              </a:ext>
            </a:extLst>
          </p:cNvPr>
          <p:cNvCxnSpPr>
            <a:cxnSpLocks/>
            <a:stCxn id="102" idx="6"/>
          </p:cNvCxnSpPr>
          <p:nvPr/>
        </p:nvCxnSpPr>
        <p:spPr>
          <a:xfrm>
            <a:off x="-796579" y="1873828"/>
            <a:ext cx="3199964" cy="6275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2BA21A41-E200-E932-6B9F-D8CC5B1A2E23}"/>
              </a:ext>
            </a:extLst>
          </p:cNvPr>
          <p:cNvCxnSpPr>
            <a:cxnSpLocks/>
            <a:stCxn id="102" idx="6"/>
          </p:cNvCxnSpPr>
          <p:nvPr/>
        </p:nvCxnSpPr>
        <p:spPr>
          <a:xfrm>
            <a:off x="-796579" y="1873828"/>
            <a:ext cx="5193319" cy="6498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화살표: 오른쪽 126">
            <a:extLst>
              <a:ext uri="{FF2B5EF4-FFF2-40B4-BE49-F238E27FC236}">
                <a16:creationId xmlns:a16="http://schemas.microsoft.com/office/drawing/2014/main" id="{7EB5410C-DB99-DFC3-C2D4-B01F87BD338B}"/>
              </a:ext>
            </a:extLst>
          </p:cNvPr>
          <p:cNvSpPr/>
          <p:nvPr/>
        </p:nvSpPr>
        <p:spPr>
          <a:xfrm>
            <a:off x="4376486" y="4643162"/>
            <a:ext cx="952353" cy="450694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5" name="그림 134" descr="의료 영상, 흑백, 엑스레이 필름, 모노크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B806B2-7063-0811-5947-03C17A769A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588" y="4195765"/>
            <a:ext cx="1125639" cy="1345490"/>
          </a:xfrm>
          <a:prstGeom prst="rect">
            <a:avLst/>
          </a:prstGeom>
        </p:spPr>
      </p:pic>
      <p:pic>
        <p:nvPicPr>
          <p:cNvPr id="137" name="그림 136" descr="흑백, 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E2005F-B5D0-7A36-112E-40E13CA8AF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0922" y="4195765"/>
            <a:ext cx="1125639" cy="1345490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04F509FF-A2BA-4773-214C-137BB68377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3736" y="424225"/>
            <a:ext cx="5556528" cy="2779661"/>
          </a:xfrm>
          <a:prstGeom prst="rect">
            <a:avLst/>
          </a:prstGeom>
        </p:spPr>
      </p:pic>
      <p:cxnSp>
        <p:nvCxnSpPr>
          <p:cNvPr id="156" name="꺾인 연결선 30">
            <a:extLst>
              <a:ext uri="{FF2B5EF4-FFF2-40B4-BE49-F238E27FC236}">
                <a16:creationId xmlns:a16="http://schemas.microsoft.com/office/drawing/2014/main" id="{F0EA56EF-2A27-F479-FE24-9AA2117C1BF6}"/>
              </a:ext>
            </a:extLst>
          </p:cNvPr>
          <p:cNvCxnSpPr>
            <a:cxnSpLocks/>
          </p:cNvCxnSpPr>
          <p:nvPr/>
        </p:nvCxnSpPr>
        <p:spPr>
          <a:xfrm flipV="1">
            <a:off x="7686757" y="1814056"/>
            <a:ext cx="1726979" cy="1090412"/>
          </a:xfrm>
          <a:prstGeom prst="bentConnector3">
            <a:avLst>
              <a:gd name="adj1" fmla="val 57060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CB11E23D-19E4-CB85-8011-854B4EAD58A1}"/>
              </a:ext>
            </a:extLst>
          </p:cNvPr>
          <p:cNvSpPr/>
          <p:nvPr/>
        </p:nvSpPr>
        <p:spPr>
          <a:xfrm>
            <a:off x="9206773" y="-9153"/>
            <a:ext cx="5975169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이미지 확장 모듈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A4BCBEE-8169-B8ED-4B77-0397C33DE0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2362" y="13688"/>
            <a:ext cx="3788687" cy="3213525"/>
          </a:xfrm>
          <a:prstGeom prst="rect">
            <a:avLst/>
          </a:prstGeom>
        </p:spPr>
      </p:pic>
      <p:cxnSp>
        <p:nvCxnSpPr>
          <p:cNvPr id="6" name="꺾인 연결선 30">
            <a:extLst>
              <a:ext uri="{FF2B5EF4-FFF2-40B4-BE49-F238E27FC236}">
                <a16:creationId xmlns:a16="http://schemas.microsoft.com/office/drawing/2014/main" id="{7384058A-DAA6-85EE-5447-50D9018EB4F7}"/>
              </a:ext>
            </a:extLst>
          </p:cNvPr>
          <p:cNvCxnSpPr>
            <a:cxnSpLocks/>
            <a:stCxn id="135" idx="0"/>
            <a:endCxn id="25" idx="4"/>
          </p:cNvCxnSpPr>
          <p:nvPr/>
        </p:nvCxnSpPr>
        <p:spPr>
          <a:xfrm rot="16200000" flipV="1">
            <a:off x="7545020" y="2212376"/>
            <a:ext cx="1478037" cy="2488741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D85F8FFF-6480-D819-0CD5-153752FC3AE7}"/>
              </a:ext>
            </a:extLst>
          </p:cNvPr>
          <p:cNvSpPr/>
          <p:nvPr/>
        </p:nvSpPr>
        <p:spPr>
          <a:xfrm>
            <a:off x="6944804" y="2589866"/>
            <a:ext cx="189726" cy="12786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꺾인 연결선 30">
            <a:extLst>
              <a:ext uri="{FF2B5EF4-FFF2-40B4-BE49-F238E27FC236}">
                <a16:creationId xmlns:a16="http://schemas.microsoft.com/office/drawing/2014/main" id="{85617DBC-6594-30D5-7870-435FE51ED339}"/>
              </a:ext>
            </a:extLst>
          </p:cNvPr>
          <p:cNvCxnSpPr>
            <a:cxnSpLocks/>
            <a:stCxn id="86" idx="3"/>
            <a:endCxn id="22" idx="1"/>
          </p:cNvCxnSpPr>
          <p:nvPr/>
        </p:nvCxnSpPr>
        <p:spPr>
          <a:xfrm flipV="1">
            <a:off x="4420970" y="612530"/>
            <a:ext cx="1044059" cy="1396874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6321416-A8CC-C3E0-61DB-85FA37793260}"/>
              </a:ext>
            </a:extLst>
          </p:cNvPr>
          <p:cNvSpPr/>
          <p:nvPr/>
        </p:nvSpPr>
        <p:spPr>
          <a:xfrm>
            <a:off x="5465029" y="-276134"/>
            <a:ext cx="1327775" cy="1777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089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873A2CA5-63D9-425E-B05A-56FCE16DA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2" y="65462"/>
            <a:ext cx="1571429" cy="1542857"/>
          </a:xfrm>
          <a:prstGeom prst="rect">
            <a:avLst/>
          </a:prstGeom>
          <a:scene3d>
            <a:camera prst="orthographicFront">
              <a:rot lat="4500000" lon="0" rev="0"/>
            </a:camera>
            <a:lightRig rig="threePt" dir="t"/>
          </a:scene3d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1EAF3D3-D070-885F-5ED3-08ED5EB43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611" y="1991460"/>
            <a:ext cx="1571429" cy="158370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7160F8F-8504-1BDA-2A4B-C776CC242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2" y="680759"/>
            <a:ext cx="1571429" cy="1561158"/>
          </a:xfrm>
          <a:prstGeom prst="rect">
            <a:avLst/>
          </a:prstGeom>
          <a:scene3d>
            <a:camera prst="orthographicFront">
              <a:rot lat="4500000" lon="0" rev="0"/>
            </a:camera>
            <a:lightRig rig="threePt" dir="t"/>
          </a:scene3d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E23E374C-A1A4-5BE8-2EA8-31AEE1300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2" y="1339852"/>
            <a:ext cx="1571429" cy="1562398"/>
          </a:xfrm>
          <a:prstGeom prst="rect">
            <a:avLst/>
          </a:prstGeom>
          <a:scene3d>
            <a:camera prst="orthographicFront">
              <a:rot lat="4500000" lon="0" rev="0"/>
            </a:camera>
            <a:lightRig rig="threePt" dir="t"/>
          </a:scene3d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2AB2C61-2235-EBA4-77F7-D3E3C713DFF5}"/>
              </a:ext>
            </a:extLst>
          </p:cNvPr>
          <p:cNvSpPr txBox="1"/>
          <p:nvPr/>
        </p:nvSpPr>
        <p:spPr>
          <a:xfrm rot="5400000">
            <a:off x="1077747" y="1009276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…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702F0B-5F73-20E8-6C6E-BD17B6712D05}"/>
              </a:ext>
            </a:extLst>
          </p:cNvPr>
          <p:cNvSpPr txBox="1"/>
          <p:nvPr/>
        </p:nvSpPr>
        <p:spPr>
          <a:xfrm rot="5400000">
            <a:off x="1077746" y="1624574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…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7EDA3EB1-815A-D0F9-A4C2-8A6903749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076" y="278460"/>
            <a:ext cx="1571429" cy="1542857"/>
          </a:xfrm>
          <a:prstGeom prst="rect">
            <a:avLst/>
          </a:prstGeom>
          <a:scene3d>
            <a:camera prst="orthographicFront">
              <a:rot lat="300005" lon="0" rev="0"/>
            </a:camera>
            <a:lightRig rig="threePt" dir="t"/>
          </a:scene3d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A0AD538-A2E0-EFF5-1497-B2E5C86D5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075" y="2122308"/>
            <a:ext cx="1571429" cy="1561158"/>
          </a:xfrm>
          <a:prstGeom prst="rect">
            <a:avLst/>
          </a:prstGeom>
          <a:scene3d>
            <a:camera prst="orthographicFront">
              <a:rot lat="300005" lon="0" rev="0"/>
            </a:camera>
            <a:lightRig rig="threePt" dir="t"/>
          </a:scene3d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34DB939-4A9E-5EE1-693A-01F94B603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2074" y="3984457"/>
            <a:ext cx="1571429" cy="1562398"/>
          </a:xfrm>
          <a:prstGeom prst="rect">
            <a:avLst/>
          </a:prstGeom>
          <a:scene3d>
            <a:camera prst="orthographicFront">
              <a:rot lat="300005" lon="0" rev="0"/>
            </a:camera>
            <a:lightRig rig="threePt" dir="t"/>
          </a:scene3d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28410B9-9A06-DC8F-3E8F-81D854DD4F3E}"/>
              </a:ext>
            </a:extLst>
          </p:cNvPr>
          <p:cNvSpPr txBox="1"/>
          <p:nvPr/>
        </p:nvSpPr>
        <p:spPr>
          <a:xfrm rot="5400000">
            <a:off x="4654041" y="1222274"/>
            <a:ext cx="596348" cy="307777"/>
          </a:xfrm>
          <a:prstGeom prst="rect">
            <a:avLst/>
          </a:prstGeom>
          <a:noFill/>
          <a:scene3d>
            <a:camera prst="orthographicFront">
              <a:rot lat="17399987" lon="0" rev="0"/>
            </a:camera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…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255136-5998-F58C-D412-0B8F99FB461D}"/>
              </a:ext>
            </a:extLst>
          </p:cNvPr>
          <p:cNvSpPr txBox="1"/>
          <p:nvPr/>
        </p:nvSpPr>
        <p:spPr>
          <a:xfrm rot="5400000">
            <a:off x="4654040" y="1837572"/>
            <a:ext cx="596348" cy="307777"/>
          </a:xfrm>
          <a:prstGeom prst="rect">
            <a:avLst/>
          </a:prstGeom>
          <a:noFill/>
          <a:scene3d>
            <a:camera prst="orthographicFront">
              <a:rot lat="17399987" lon="0" rev="0"/>
            </a:camera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…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738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엑스레이 필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155080-2CFC-15BE-2A61-6E4608F27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9100" y="242021"/>
            <a:ext cx="4469439" cy="3352079"/>
          </a:xfrm>
          <a:prstGeom prst="rect">
            <a:avLst/>
          </a:prstGeom>
        </p:spPr>
      </p:pic>
      <p:pic>
        <p:nvPicPr>
          <p:cNvPr id="5" name="그림 4" descr="스크린샷, 블랙, 흑백, 모노크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E39E84-09AE-3F93-FF26-808AEC06C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300" y="242020"/>
            <a:ext cx="4469439" cy="3352079"/>
          </a:xfrm>
          <a:prstGeom prst="rect">
            <a:avLst/>
          </a:prstGeom>
        </p:spPr>
      </p:pic>
      <p:pic>
        <p:nvPicPr>
          <p:cNvPr id="7" name="그림 6" descr="스크린샷, 의료 영상, 방사선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0B7F2A-E488-DAEA-BC4D-8DB9DF9FED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4800" y="242020"/>
            <a:ext cx="4469439" cy="335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74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9E9CBC5-F209-DC53-4AFF-C666F21B7CFC}"/>
              </a:ext>
            </a:extLst>
          </p:cNvPr>
          <p:cNvSpPr/>
          <p:nvPr/>
        </p:nvSpPr>
        <p:spPr>
          <a:xfrm>
            <a:off x="599938" y="2757967"/>
            <a:ext cx="1514475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50 %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선택해</a:t>
            </a:r>
            <a:endParaRPr lang="en-US" altLang="ko-KR" sz="14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우측 영상 생성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endParaRPr lang="ko-KR" altLang="en-US" sz="14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46F3C9-4642-C3DF-7137-38D4913A5402}"/>
              </a:ext>
            </a:extLst>
          </p:cNvPr>
          <p:cNvSpPr/>
          <p:nvPr/>
        </p:nvSpPr>
        <p:spPr>
          <a:xfrm>
            <a:off x="3459889" y="2714668"/>
            <a:ext cx="1514475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50 %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선택해</a:t>
            </a:r>
            <a:endParaRPr lang="en-US" altLang="ko-KR" sz="14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좌측 영상 생성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endParaRPr lang="ko-KR" altLang="en-US" sz="14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B4FB93-E0F9-2297-9821-C93D26777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783"/>
          <a:stretch>
            <a:fillRect/>
          </a:stretch>
        </p:blipFill>
        <p:spPr>
          <a:xfrm>
            <a:off x="1344476" y="1042874"/>
            <a:ext cx="2542151" cy="157608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09127FF-3528-2BE9-90CF-C11D4096E7A9}"/>
              </a:ext>
            </a:extLst>
          </p:cNvPr>
          <p:cNvSpPr/>
          <p:nvPr/>
        </p:nvSpPr>
        <p:spPr>
          <a:xfrm>
            <a:off x="1590240" y="1036300"/>
            <a:ext cx="1091943" cy="1410318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EA0235F-E4BC-3CD7-4483-73407D5DC20F}"/>
              </a:ext>
            </a:extLst>
          </p:cNvPr>
          <p:cNvSpPr/>
          <p:nvPr/>
        </p:nvSpPr>
        <p:spPr>
          <a:xfrm>
            <a:off x="2682183" y="1050719"/>
            <a:ext cx="1185572" cy="1410318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71E5B9C-B7D6-C2A9-ED4D-5DC398E891CB}"/>
              </a:ext>
            </a:extLst>
          </p:cNvPr>
          <p:cNvGrpSpPr/>
          <p:nvPr/>
        </p:nvGrpSpPr>
        <p:grpSpPr>
          <a:xfrm>
            <a:off x="1357176" y="3423599"/>
            <a:ext cx="2562052" cy="1318694"/>
            <a:chOff x="5458883" y="1499117"/>
            <a:chExt cx="3070938" cy="1580619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E8284BA-A674-67CD-A779-2FFAE7799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783" r="45570"/>
            <a:stretch>
              <a:fillRect/>
            </a:stretch>
          </p:blipFill>
          <p:spPr>
            <a:xfrm>
              <a:off x="5458883" y="1499117"/>
              <a:ext cx="1383693" cy="1576088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7E047DBE-E412-1253-F7B6-3B9BBD71B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783" r="45570"/>
            <a:stretch>
              <a:fillRect/>
            </a:stretch>
          </p:blipFill>
          <p:spPr>
            <a:xfrm>
              <a:off x="7011142" y="1503648"/>
              <a:ext cx="1383693" cy="1576088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865369D-843D-DE4C-B79E-D4F7EF5AE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9741" t="36783"/>
            <a:stretch>
              <a:fillRect/>
            </a:stretch>
          </p:blipFill>
          <p:spPr>
            <a:xfrm>
              <a:off x="7252166" y="1503648"/>
              <a:ext cx="1277655" cy="1576088"/>
            </a:xfrm>
            <a:prstGeom prst="rect">
              <a:avLst/>
            </a:prstGeom>
          </p:spPr>
        </p:pic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75A83828-F6D7-B4FE-FFC5-77B0DCCE26B4}"/>
              </a:ext>
            </a:extLst>
          </p:cNvPr>
          <p:cNvSpPr/>
          <p:nvPr/>
        </p:nvSpPr>
        <p:spPr>
          <a:xfrm>
            <a:off x="3066677" y="4017125"/>
            <a:ext cx="237496" cy="127862"/>
          </a:xfrm>
          <a:prstGeom prst="ellipse">
            <a:avLst/>
          </a:prstGeom>
          <a:solidFill>
            <a:schemeClr val="accent6">
              <a:lumMod val="75000"/>
              <a:alpha val="30000"/>
            </a:scheme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680D3C6-A5DA-9A6C-1678-581F1A82B0D8}"/>
              </a:ext>
            </a:extLst>
          </p:cNvPr>
          <p:cNvSpPr/>
          <p:nvPr/>
        </p:nvSpPr>
        <p:spPr>
          <a:xfrm>
            <a:off x="2846368" y="4057688"/>
            <a:ext cx="1065934" cy="554952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4875B40-45E4-5B96-23FF-8327909C2520}"/>
              </a:ext>
            </a:extLst>
          </p:cNvPr>
          <p:cNvCxnSpPr>
            <a:cxnSpLocks/>
          </p:cNvCxnSpPr>
          <p:nvPr/>
        </p:nvCxnSpPr>
        <p:spPr>
          <a:xfrm>
            <a:off x="2083324" y="2520087"/>
            <a:ext cx="0" cy="90351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6E4D47E-FDEC-53B4-F267-F9558E89152B}"/>
              </a:ext>
            </a:extLst>
          </p:cNvPr>
          <p:cNvCxnSpPr>
            <a:cxnSpLocks/>
          </p:cNvCxnSpPr>
          <p:nvPr/>
        </p:nvCxnSpPr>
        <p:spPr>
          <a:xfrm>
            <a:off x="3428801" y="2520087"/>
            <a:ext cx="0" cy="90351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52642AE3-D154-1960-5AE9-E5576C7B3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646" y="1090542"/>
            <a:ext cx="4377307" cy="37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047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그림 140" descr="모노크롬, 의료 영상, 엑스레이 필름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9EDD58-6D2F-16B6-08FB-46D708B0BC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2251" y="1658937"/>
            <a:ext cx="2961673" cy="3540125"/>
          </a:xfrm>
          <a:prstGeom prst="rect">
            <a:avLst/>
          </a:prstGeom>
        </p:spPr>
      </p:pic>
      <p:pic>
        <p:nvPicPr>
          <p:cNvPr id="143" name="그림 142" descr="의료 영상, 방사선과, 방사선 촬영, 엑스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B4EEFB-7175-109E-AC82-99494186C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186" y="694577"/>
            <a:ext cx="2438400" cy="2438400"/>
          </a:xfrm>
          <a:prstGeom prst="rect">
            <a:avLst/>
          </a:prstGeom>
        </p:spPr>
      </p:pic>
      <p:pic>
        <p:nvPicPr>
          <p:cNvPr id="147" name="그림 146" descr="의료 영상, 방사선과, 의료 방사선, 방사선 촬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477B43-2A02-5F2B-7224-C7FEA8B488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464" y="694577"/>
            <a:ext cx="2438400" cy="2438400"/>
          </a:xfrm>
          <a:prstGeom prst="rect">
            <a:avLst/>
          </a:prstGeom>
        </p:spPr>
      </p:pic>
      <p:pic>
        <p:nvPicPr>
          <p:cNvPr id="149" name="그림 148" descr="의료 영상, 방사선과, 모노크롬, 방사선 촬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D0D685-5195-A443-6543-206AA23B81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742" y="701928"/>
            <a:ext cx="2438400" cy="2438400"/>
          </a:xfrm>
          <a:prstGeom prst="rect">
            <a:avLst/>
          </a:prstGeom>
        </p:spPr>
      </p:pic>
      <p:pic>
        <p:nvPicPr>
          <p:cNvPr id="150" name="그림 149" descr="의료 영상, 방사선과, 방사선 촬영, 엑스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067552-1376-1349-43D0-D17ED0AB8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42186" y="3840496"/>
            <a:ext cx="2438400" cy="2438400"/>
          </a:xfrm>
          <a:prstGeom prst="rect">
            <a:avLst/>
          </a:prstGeom>
        </p:spPr>
      </p:pic>
      <p:pic>
        <p:nvPicPr>
          <p:cNvPr id="151" name="그림 150" descr="의료 영상, 방사선과, 의료 방사선, 방사선 촬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A8FBFC-42F4-B3ED-32C1-2887E82E9E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719464" y="3840496"/>
            <a:ext cx="2438400" cy="2438400"/>
          </a:xfrm>
          <a:prstGeom prst="rect">
            <a:avLst/>
          </a:prstGeom>
        </p:spPr>
      </p:pic>
      <p:pic>
        <p:nvPicPr>
          <p:cNvPr id="152" name="그림 151" descr="의료 영상, 방사선과, 모노크롬, 방사선 촬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2BA7A1-2924-12C1-AD72-A2726789EA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96742" y="3847847"/>
            <a:ext cx="2438400" cy="24384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484E95E-DAF6-7815-441C-330AEF1A46AE}"/>
              </a:ext>
            </a:extLst>
          </p:cNvPr>
          <p:cNvSpPr/>
          <p:nvPr/>
        </p:nvSpPr>
        <p:spPr>
          <a:xfrm>
            <a:off x="4042186" y="3079002"/>
            <a:ext cx="2438400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확대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B457AE6-3343-5845-39FA-089449CE489D}"/>
              </a:ext>
            </a:extLst>
          </p:cNvPr>
          <p:cNvSpPr/>
          <p:nvPr/>
        </p:nvSpPr>
        <p:spPr>
          <a:xfrm>
            <a:off x="6719464" y="3079002"/>
            <a:ext cx="2438400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축소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13C39D-E1AB-E60C-748E-D100DD38646C}"/>
              </a:ext>
            </a:extLst>
          </p:cNvPr>
          <p:cNvSpPr/>
          <p:nvPr/>
        </p:nvSpPr>
        <p:spPr>
          <a:xfrm>
            <a:off x="9396742" y="3079002"/>
            <a:ext cx="2438400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628F03-4539-6B27-F1B4-773F6CE7CCE7}"/>
              </a:ext>
            </a:extLst>
          </p:cNvPr>
          <p:cNvSpPr/>
          <p:nvPr/>
        </p:nvSpPr>
        <p:spPr>
          <a:xfrm>
            <a:off x="4042186" y="6219319"/>
            <a:ext cx="2438400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확대</a:t>
            </a:r>
            <a:r>
              <a:rPr lang="en-US" altLang="ko-KR" dirty="0">
                <a:solidFill>
                  <a:schemeClr val="tx1"/>
                </a:solidFill>
              </a:rPr>
              <a:t>-180</a:t>
            </a:r>
            <a:r>
              <a:rPr lang="ko-KR" altLang="en-US" dirty="0">
                <a:solidFill>
                  <a:schemeClr val="tx1"/>
                </a:solidFill>
              </a:rPr>
              <a:t>도 회전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F039D9-08FF-8628-EFA6-AF1F97075EBE}"/>
              </a:ext>
            </a:extLst>
          </p:cNvPr>
          <p:cNvSpPr/>
          <p:nvPr/>
        </p:nvSpPr>
        <p:spPr>
          <a:xfrm>
            <a:off x="6719464" y="6219319"/>
            <a:ext cx="2438400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축소</a:t>
            </a:r>
            <a:r>
              <a:rPr lang="en-US" altLang="ko-KR" dirty="0">
                <a:solidFill>
                  <a:schemeClr val="tx1"/>
                </a:solidFill>
              </a:rPr>
              <a:t> -180</a:t>
            </a:r>
            <a:r>
              <a:rPr lang="ko-KR" altLang="en-US" dirty="0">
                <a:solidFill>
                  <a:schemeClr val="tx1"/>
                </a:solidFill>
              </a:rPr>
              <a:t>도 회전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6918AC-18D6-79E9-42C3-B47D38DD774B}"/>
              </a:ext>
            </a:extLst>
          </p:cNvPr>
          <p:cNvSpPr/>
          <p:nvPr/>
        </p:nvSpPr>
        <p:spPr>
          <a:xfrm>
            <a:off x="9396742" y="6219319"/>
            <a:ext cx="2438400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회전</a:t>
            </a:r>
            <a:r>
              <a:rPr lang="en-US" altLang="ko-KR" dirty="0">
                <a:solidFill>
                  <a:schemeClr val="tx1"/>
                </a:solidFill>
              </a:rPr>
              <a:t> -180</a:t>
            </a:r>
            <a:r>
              <a:rPr lang="ko-KR" altLang="en-US" dirty="0">
                <a:solidFill>
                  <a:schemeClr val="tx1"/>
                </a:solidFill>
              </a:rPr>
              <a:t>도 회전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11806671-FFCB-0A57-DC64-0C1BD12D3D9C}"/>
              </a:ext>
            </a:extLst>
          </p:cNvPr>
          <p:cNvSpPr/>
          <p:nvPr/>
        </p:nvSpPr>
        <p:spPr>
          <a:xfrm>
            <a:off x="2908300" y="2841250"/>
            <a:ext cx="698500" cy="1175498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214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1F1D6-FAC0-9690-A1EE-EF124BEE1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C412E4D-11ED-00A1-2753-2DEEA743F2F4}"/>
              </a:ext>
            </a:extLst>
          </p:cNvPr>
          <p:cNvSpPr/>
          <p:nvPr/>
        </p:nvSpPr>
        <p:spPr>
          <a:xfrm>
            <a:off x="184064" y="2947984"/>
            <a:ext cx="141922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환자 </a:t>
            </a:r>
            <a:r>
              <a:rPr lang="en-US" altLang="ko-KR" sz="1400" dirty="0">
                <a:solidFill>
                  <a:schemeClr val="tx1"/>
                </a:solidFill>
              </a:rPr>
              <a:t>CT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1E51BA-A66B-8AA9-9A59-46FFCFCFA9C5}"/>
              </a:ext>
            </a:extLst>
          </p:cNvPr>
          <p:cNvSpPr/>
          <p:nvPr/>
        </p:nvSpPr>
        <p:spPr>
          <a:xfrm>
            <a:off x="3919538" y="1200151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2D-Unet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4BB710-800D-C48A-A56A-849CB1D28750}"/>
              </a:ext>
            </a:extLst>
          </p:cNvPr>
          <p:cNvSpPr/>
          <p:nvPr/>
        </p:nvSpPr>
        <p:spPr>
          <a:xfrm>
            <a:off x="5767388" y="2667002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AIIS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766921-5B88-24F4-4D12-A0C7C7C25306}"/>
              </a:ext>
            </a:extLst>
          </p:cNvPr>
          <p:cNvSpPr/>
          <p:nvPr/>
        </p:nvSpPr>
        <p:spPr>
          <a:xfrm>
            <a:off x="1876427" y="347665"/>
            <a:ext cx="4219574" cy="2905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 AIIS </a:t>
            </a:r>
            <a:r>
              <a:rPr lang="ko-KR" altLang="en-US" sz="1400" dirty="0">
                <a:solidFill>
                  <a:schemeClr val="tx1"/>
                </a:solidFill>
              </a:rPr>
              <a:t>모듈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3B899A4-AE16-6A56-1B11-CFF9F6111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103" y="766765"/>
            <a:ext cx="1213728" cy="61912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CFAF1CA-DA82-E7CC-F793-E183432A9909}"/>
              </a:ext>
            </a:extLst>
          </p:cNvPr>
          <p:cNvSpPr/>
          <p:nvPr/>
        </p:nvSpPr>
        <p:spPr>
          <a:xfrm>
            <a:off x="1876427" y="642939"/>
            <a:ext cx="4219574" cy="1485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B1AD39B-AB27-E13C-3057-632BB3277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103" y="1493081"/>
            <a:ext cx="1228263" cy="619124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B4CC85B7-6917-31EF-6F81-3A37B4993F92}"/>
              </a:ext>
            </a:extLst>
          </p:cNvPr>
          <p:cNvSpPr/>
          <p:nvPr/>
        </p:nvSpPr>
        <p:spPr>
          <a:xfrm>
            <a:off x="3352800" y="1385889"/>
            <a:ext cx="447675" cy="107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0CC7BE8-B1B8-CC4E-AA04-94CB89C852A1}"/>
              </a:ext>
            </a:extLst>
          </p:cNvPr>
          <p:cNvSpPr/>
          <p:nvPr/>
        </p:nvSpPr>
        <p:spPr>
          <a:xfrm>
            <a:off x="8801098" y="2667002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3D </a:t>
            </a:r>
            <a:r>
              <a:rPr lang="ko-KR" altLang="en-US" sz="1400" dirty="0">
                <a:solidFill>
                  <a:schemeClr val="tx1"/>
                </a:solidFill>
              </a:rPr>
              <a:t>이미지 생성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E1C7E98-D912-A4CA-EAA6-9C98C5B3315C}"/>
              </a:ext>
            </a:extLst>
          </p:cNvPr>
          <p:cNvCxnSpPr>
            <a:cxnSpLocks/>
            <a:stCxn id="4" idx="3"/>
            <a:endCxn id="19" idx="1"/>
          </p:cNvCxnSpPr>
          <p:nvPr/>
        </p:nvCxnSpPr>
        <p:spPr>
          <a:xfrm>
            <a:off x="7281863" y="2924177"/>
            <a:ext cx="15192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1EDFC4-D869-56A3-04A7-EB4BBFB8AD5E}"/>
              </a:ext>
            </a:extLst>
          </p:cNvPr>
          <p:cNvSpPr/>
          <p:nvPr/>
        </p:nvSpPr>
        <p:spPr>
          <a:xfrm>
            <a:off x="8801097" y="3581402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???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9B0C95B-73E1-A716-58D8-A2B56A2B8508}"/>
              </a:ext>
            </a:extLst>
          </p:cNvPr>
          <p:cNvSpPr/>
          <p:nvPr/>
        </p:nvSpPr>
        <p:spPr>
          <a:xfrm>
            <a:off x="2008103" y="2947984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데이터 </a:t>
            </a:r>
            <a:r>
              <a:rPr lang="ko-KR" altLang="en-US" sz="1400" dirty="0" err="1">
                <a:solidFill>
                  <a:schemeClr val="tx1"/>
                </a:solidFill>
              </a:rPr>
              <a:t>전처리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03E0859-1BD8-8687-9787-51F73989122E}"/>
              </a:ext>
            </a:extLst>
          </p:cNvPr>
          <p:cNvCxnSpPr>
            <a:cxnSpLocks/>
            <a:stCxn id="2" idx="3"/>
            <a:endCxn id="24" idx="1"/>
          </p:cNvCxnSpPr>
          <p:nvPr/>
        </p:nvCxnSpPr>
        <p:spPr>
          <a:xfrm>
            <a:off x="1603289" y="3205159"/>
            <a:ext cx="4048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6EA08958-C0F3-6BFC-3E48-C1AF4FD78D36}"/>
              </a:ext>
            </a:extLst>
          </p:cNvPr>
          <p:cNvCxnSpPr>
            <a:cxnSpLocks/>
            <a:stCxn id="24" idx="0"/>
            <a:endCxn id="8" idx="1"/>
          </p:cNvCxnSpPr>
          <p:nvPr/>
        </p:nvCxnSpPr>
        <p:spPr>
          <a:xfrm rot="16200000" flipV="1">
            <a:off x="1539837" y="1722480"/>
            <a:ext cx="1562095" cy="888914"/>
          </a:xfrm>
          <a:prstGeom prst="bentConnector4">
            <a:avLst>
              <a:gd name="adj1" fmla="val 26219"/>
              <a:gd name="adj2" fmla="val 12571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6C4C1069-ADFB-B18B-CB39-4513AADB3348}"/>
              </a:ext>
            </a:extLst>
          </p:cNvPr>
          <p:cNvCxnSpPr>
            <a:cxnSpLocks/>
            <a:stCxn id="8" idx="3"/>
            <a:endCxn id="4" idx="0"/>
          </p:cNvCxnSpPr>
          <p:nvPr/>
        </p:nvCxnSpPr>
        <p:spPr>
          <a:xfrm>
            <a:off x="6096001" y="1385889"/>
            <a:ext cx="428625" cy="12811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E549882-27A8-EA26-3ADF-C8729E50D687}"/>
              </a:ext>
            </a:extLst>
          </p:cNvPr>
          <p:cNvSpPr/>
          <p:nvPr/>
        </p:nvSpPr>
        <p:spPr>
          <a:xfrm>
            <a:off x="2008103" y="3700460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이미지 정규화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EBB0A71-BE71-DFAF-062E-0CC627D7FDC7}"/>
              </a:ext>
            </a:extLst>
          </p:cNvPr>
          <p:cNvSpPr/>
          <p:nvPr/>
        </p:nvSpPr>
        <p:spPr>
          <a:xfrm>
            <a:off x="2008103" y="4471987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CT </a:t>
            </a:r>
            <a:r>
              <a:rPr lang="ko-KR" altLang="en-US" sz="1400" dirty="0">
                <a:solidFill>
                  <a:schemeClr val="tx1"/>
                </a:solidFill>
              </a:rPr>
              <a:t>영사 좌우 분리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4487DF4-BE6E-24D5-B4D7-8FD430BA5417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 flipH="1">
            <a:off x="9558335" y="3181352"/>
            <a:ext cx="1" cy="40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E20E196-43D6-EC3A-38C4-1A3002304ED7}"/>
              </a:ext>
            </a:extLst>
          </p:cNvPr>
          <p:cNvSpPr txBox="1"/>
          <p:nvPr/>
        </p:nvSpPr>
        <p:spPr>
          <a:xfrm>
            <a:off x="7455275" y="2451558"/>
            <a:ext cx="11724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AIIS </a:t>
            </a:r>
            <a:r>
              <a:rPr lang="ko-KR" altLang="en-US" sz="1100" dirty="0">
                <a:solidFill>
                  <a:schemeClr val="tx1"/>
                </a:solidFill>
              </a:rPr>
              <a:t>뒤로 </a:t>
            </a:r>
            <a:r>
              <a:rPr lang="en-US" altLang="ko-KR" sz="1100" dirty="0">
                <a:solidFill>
                  <a:schemeClr val="tx1"/>
                </a:solidFill>
              </a:rPr>
              <a:t>32</a:t>
            </a:r>
            <a:r>
              <a:rPr lang="ko-KR" altLang="en-US" sz="1100" dirty="0">
                <a:solidFill>
                  <a:schemeClr val="tx1"/>
                </a:solidFill>
              </a:rPr>
              <a:t>장 이미지 선택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020729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7487-F46A-02FC-1D13-D4D8DF9A1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8">
            <a:extLst>
              <a:ext uri="{FF2B5EF4-FFF2-40B4-BE49-F238E27FC236}">
                <a16:creationId xmlns:a16="http://schemas.microsoft.com/office/drawing/2014/main" id="{B549D7C1-CB45-0ECC-EF77-AD7E57B3402C}"/>
              </a:ext>
            </a:extLst>
          </p:cNvPr>
          <p:cNvSpPr/>
          <p:nvPr/>
        </p:nvSpPr>
        <p:spPr>
          <a:xfrm>
            <a:off x="1194096" y="1946331"/>
            <a:ext cx="1872000" cy="1944000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矩形 62">
            <a:extLst>
              <a:ext uri="{FF2B5EF4-FFF2-40B4-BE49-F238E27FC236}">
                <a16:creationId xmlns:a16="http://schemas.microsoft.com/office/drawing/2014/main" id="{8B2B410B-FCEA-B350-C9A2-99E574ADD13F}"/>
              </a:ext>
            </a:extLst>
          </p:cNvPr>
          <p:cNvSpPr/>
          <p:nvPr/>
        </p:nvSpPr>
        <p:spPr>
          <a:xfrm>
            <a:off x="1993316" y="2338290"/>
            <a:ext cx="1695704" cy="155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矩形 6">
            <a:extLst>
              <a:ext uri="{FF2B5EF4-FFF2-40B4-BE49-F238E27FC236}">
                <a16:creationId xmlns:a16="http://schemas.microsoft.com/office/drawing/2014/main" id="{B8A2ED8D-4326-E123-C7D2-E776133A7D89}"/>
              </a:ext>
            </a:extLst>
          </p:cNvPr>
          <p:cNvSpPr/>
          <p:nvPr/>
        </p:nvSpPr>
        <p:spPr>
          <a:xfrm>
            <a:off x="2907132" y="2616200"/>
            <a:ext cx="1207892" cy="1328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矩形 5">
            <a:extLst>
              <a:ext uri="{FF2B5EF4-FFF2-40B4-BE49-F238E27FC236}">
                <a16:creationId xmlns:a16="http://schemas.microsoft.com/office/drawing/2014/main" id="{BEAC55A8-D0C3-A03F-0600-2510B6204CEE}"/>
              </a:ext>
            </a:extLst>
          </p:cNvPr>
          <p:cNvSpPr/>
          <p:nvPr/>
        </p:nvSpPr>
        <p:spPr>
          <a:xfrm>
            <a:off x="4370315" y="3524760"/>
            <a:ext cx="899097" cy="4366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AF3AD5FF-DE14-4E8F-0169-89DCEB03245A}"/>
              </a:ext>
            </a:extLst>
          </p:cNvPr>
          <p:cNvSpPr/>
          <p:nvPr/>
        </p:nvSpPr>
        <p:spPr>
          <a:xfrm>
            <a:off x="3693678" y="369968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화살표: 오른쪽 95">
            <a:extLst>
              <a:ext uri="{FF2B5EF4-FFF2-40B4-BE49-F238E27FC236}">
                <a16:creationId xmlns:a16="http://schemas.microsoft.com/office/drawing/2014/main" id="{9A17B1C8-BADB-F7B3-4470-9DC17EB0CFE0}"/>
              </a:ext>
            </a:extLst>
          </p:cNvPr>
          <p:cNvSpPr/>
          <p:nvPr/>
        </p:nvSpPr>
        <p:spPr>
          <a:xfrm>
            <a:off x="3035811" y="3699685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矩形 5">
            <a:extLst>
              <a:ext uri="{FF2B5EF4-FFF2-40B4-BE49-F238E27FC236}">
                <a16:creationId xmlns:a16="http://schemas.microsoft.com/office/drawing/2014/main" id="{10DDCE67-577F-7BD2-E639-EA7F18F97E63}"/>
              </a:ext>
            </a:extLst>
          </p:cNvPr>
          <p:cNvSpPr/>
          <p:nvPr/>
        </p:nvSpPr>
        <p:spPr>
          <a:xfrm>
            <a:off x="3650804" y="3140947"/>
            <a:ext cx="899097" cy="829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" name="화살표: 오른쪽 106">
            <a:extLst>
              <a:ext uri="{FF2B5EF4-FFF2-40B4-BE49-F238E27FC236}">
                <a16:creationId xmlns:a16="http://schemas.microsoft.com/office/drawing/2014/main" id="{BBDF1AAC-8A6A-32C2-2419-DDC643EA62DC}"/>
              </a:ext>
            </a:extLst>
          </p:cNvPr>
          <p:cNvSpPr/>
          <p:nvPr/>
        </p:nvSpPr>
        <p:spPr>
          <a:xfrm>
            <a:off x="2290302" y="36969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F1A8314A-6054-3108-CA36-3CCBF239A07F}"/>
              </a:ext>
            </a:extLst>
          </p:cNvPr>
          <p:cNvSpPr/>
          <p:nvPr/>
        </p:nvSpPr>
        <p:spPr>
          <a:xfrm>
            <a:off x="4442187" y="372884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文本框 58">
            <a:extLst>
              <a:ext uri="{FF2B5EF4-FFF2-40B4-BE49-F238E27FC236}">
                <a16:creationId xmlns:a16="http://schemas.microsoft.com/office/drawing/2014/main" id="{ED2083FC-E40C-5DE4-3F1D-1B7EC1FD2E8E}"/>
              </a:ext>
            </a:extLst>
          </p:cNvPr>
          <p:cNvSpPr txBox="1"/>
          <p:nvPr/>
        </p:nvSpPr>
        <p:spPr>
          <a:xfrm>
            <a:off x="2323697" y="4131180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</a:p>
        </p:txBody>
      </p:sp>
      <p:sp>
        <p:nvSpPr>
          <p:cNvPr id="49" name="文本框 58">
            <a:extLst>
              <a:ext uri="{FF2B5EF4-FFF2-40B4-BE49-F238E27FC236}">
                <a16:creationId xmlns:a16="http://schemas.microsoft.com/office/drawing/2014/main" id="{A1C0837B-7F6A-AD0F-8BF0-745343FDB6A7}"/>
              </a:ext>
            </a:extLst>
          </p:cNvPr>
          <p:cNvSpPr txBox="1"/>
          <p:nvPr/>
        </p:nvSpPr>
        <p:spPr>
          <a:xfrm>
            <a:off x="3066096" y="41357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</p:txBody>
      </p:sp>
      <p:sp>
        <p:nvSpPr>
          <p:cNvPr id="52" name="文本框 58">
            <a:extLst>
              <a:ext uri="{FF2B5EF4-FFF2-40B4-BE49-F238E27FC236}">
                <a16:creationId xmlns:a16="http://schemas.microsoft.com/office/drawing/2014/main" id="{35EC87AD-89D8-A134-63E4-F4A8DFC491D5}"/>
              </a:ext>
            </a:extLst>
          </p:cNvPr>
          <p:cNvSpPr txBox="1"/>
          <p:nvPr/>
        </p:nvSpPr>
        <p:spPr>
          <a:xfrm>
            <a:off x="3768173" y="41357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54" name="文本框 58">
            <a:extLst>
              <a:ext uri="{FF2B5EF4-FFF2-40B4-BE49-F238E27FC236}">
                <a16:creationId xmlns:a16="http://schemas.microsoft.com/office/drawing/2014/main" id="{B14F81ED-FF8F-DEF3-D32C-887C7FD61FA8}"/>
              </a:ext>
            </a:extLst>
          </p:cNvPr>
          <p:cNvSpPr txBox="1"/>
          <p:nvPr/>
        </p:nvSpPr>
        <p:spPr>
          <a:xfrm>
            <a:off x="4553573" y="413576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55" name="文本框 58">
            <a:extLst>
              <a:ext uri="{FF2B5EF4-FFF2-40B4-BE49-F238E27FC236}">
                <a16:creationId xmlns:a16="http://schemas.microsoft.com/office/drawing/2014/main" id="{6DB46C04-30EA-1E0C-33BD-C3A67929D5C9}"/>
              </a:ext>
            </a:extLst>
          </p:cNvPr>
          <p:cNvSpPr txBox="1"/>
          <p:nvPr/>
        </p:nvSpPr>
        <p:spPr>
          <a:xfrm>
            <a:off x="5574843" y="4131179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56" name="矩形 10">
            <a:extLst>
              <a:ext uri="{FF2B5EF4-FFF2-40B4-BE49-F238E27FC236}">
                <a16:creationId xmlns:a16="http://schemas.microsoft.com/office/drawing/2014/main" id="{5D962EA9-D13E-5B9F-B9F3-CDDDB8948004}"/>
              </a:ext>
            </a:extLst>
          </p:cNvPr>
          <p:cNvSpPr/>
          <p:nvPr/>
        </p:nvSpPr>
        <p:spPr>
          <a:xfrm>
            <a:off x="5232715" y="3596564"/>
            <a:ext cx="558137" cy="3494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</a:effectLst>
          <a:scene3d>
            <a:camera prst="isometricOffAxis1Left">
              <a:rot lat="900000" lon="6600000" rev="0"/>
            </a:camera>
            <a:lightRig rig="flat" dir="t"/>
          </a:scene3d>
          <a:sp3d extrusionH="882650" contourW="12700" prstMaterial="matte">
            <a:bevelT w="0" h="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E3E52858-1A84-4F82-8677-A19B572FB43B}"/>
              </a:ext>
            </a:extLst>
          </p:cNvPr>
          <p:cNvSpPr/>
          <p:nvPr/>
        </p:nvSpPr>
        <p:spPr>
          <a:xfrm>
            <a:off x="5172722" y="37562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文本框 58">
            <a:extLst>
              <a:ext uri="{FF2B5EF4-FFF2-40B4-BE49-F238E27FC236}">
                <a16:creationId xmlns:a16="http://schemas.microsoft.com/office/drawing/2014/main" id="{0F24FE84-B7C1-0873-8E27-48DC9A407EA2}"/>
              </a:ext>
            </a:extLst>
          </p:cNvPr>
          <p:cNvSpPr txBox="1"/>
          <p:nvPr/>
        </p:nvSpPr>
        <p:spPr>
          <a:xfrm>
            <a:off x="2188917" y="4664245"/>
            <a:ext cx="1926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 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</a:p>
        </p:txBody>
      </p:sp>
      <p:sp>
        <p:nvSpPr>
          <p:cNvPr id="14" name="矩形 60">
            <a:extLst>
              <a:ext uri="{FF2B5EF4-FFF2-40B4-BE49-F238E27FC236}">
                <a16:creationId xmlns:a16="http://schemas.microsoft.com/office/drawing/2014/main" id="{4E9575C4-FE55-0DF7-0524-C490AB330EB9}"/>
              </a:ext>
            </a:extLst>
          </p:cNvPr>
          <p:cNvSpPr/>
          <p:nvPr/>
        </p:nvSpPr>
        <p:spPr>
          <a:xfrm>
            <a:off x="1759773" y="4734382"/>
            <a:ext cx="391884" cy="406614"/>
          </a:xfrm>
          <a:prstGeom prst="rect">
            <a:avLst/>
          </a:prstGeom>
          <a:solidFill>
            <a:srgbClr val="B4C7E7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B4C7E7"/>
            </a:extrusionClr>
            <a:contourClr>
              <a:srgbClr val="4062A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63">
            <a:extLst>
              <a:ext uri="{FF2B5EF4-FFF2-40B4-BE49-F238E27FC236}">
                <a16:creationId xmlns:a16="http://schemas.microsoft.com/office/drawing/2014/main" id="{AF09DC1B-AC49-17BB-2C1D-28D96067CDE1}"/>
              </a:ext>
            </a:extLst>
          </p:cNvPr>
          <p:cNvSpPr txBox="1"/>
          <p:nvPr/>
        </p:nvSpPr>
        <p:spPr>
          <a:xfrm>
            <a:off x="4295934" y="4673579"/>
            <a:ext cx="19402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Decoder: 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</a:p>
        </p:txBody>
      </p:sp>
      <p:sp>
        <p:nvSpPr>
          <p:cNvPr id="16" name="矩形 64">
            <a:extLst>
              <a:ext uri="{FF2B5EF4-FFF2-40B4-BE49-F238E27FC236}">
                <a16:creationId xmlns:a16="http://schemas.microsoft.com/office/drawing/2014/main" id="{20B1F77C-724D-8C18-F6D2-A1A6C2C9E269}"/>
              </a:ext>
            </a:extLst>
          </p:cNvPr>
          <p:cNvSpPr/>
          <p:nvPr/>
        </p:nvSpPr>
        <p:spPr>
          <a:xfrm>
            <a:off x="3943161" y="4737457"/>
            <a:ext cx="274771" cy="406614"/>
          </a:xfrm>
          <a:prstGeom prst="rect">
            <a:avLst/>
          </a:prstGeom>
          <a:solidFill>
            <a:srgbClr val="F5B7BF"/>
          </a:solidFill>
          <a:ln>
            <a:solidFill>
              <a:srgbClr val="F5B7BF"/>
            </a:solidFill>
          </a:ln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F5B7BF"/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63">
            <a:extLst>
              <a:ext uri="{FF2B5EF4-FFF2-40B4-BE49-F238E27FC236}">
                <a16:creationId xmlns:a16="http://schemas.microsoft.com/office/drawing/2014/main" id="{6FC83F14-A49C-729E-D65F-1DD8EE093BC1}"/>
              </a:ext>
            </a:extLst>
          </p:cNvPr>
          <p:cNvSpPr txBox="1"/>
          <p:nvPr/>
        </p:nvSpPr>
        <p:spPr>
          <a:xfrm>
            <a:off x="2160116" y="5655579"/>
            <a:ext cx="1494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Down-Sample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394D3811-33FB-57D2-15C2-D1771AAAE22E}"/>
              </a:ext>
            </a:extLst>
          </p:cNvPr>
          <p:cNvSpPr/>
          <p:nvPr/>
        </p:nvSpPr>
        <p:spPr>
          <a:xfrm>
            <a:off x="1901976" y="575395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文本框 63">
            <a:extLst>
              <a:ext uri="{FF2B5EF4-FFF2-40B4-BE49-F238E27FC236}">
                <a16:creationId xmlns:a16="http://schemas.microsoft.com/office/drawing/2014/main" id="{F2E4D734-56E7-DF77-1CD6-DF332DDEB519}"/>
              </a:ext>
            </a:extLst>
          </p:cNvPr>
          <p:cNvSpPr txBox="1"/>
          <p:nvPr/>
        </p:nvSpPr>
        <p:spPr>
          <a:xfrm>
            <a:off x="3983186" y="5649629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Up-Sample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9DC851D0-AF85-2540-0C4F-BBDA0C0C4718}"/>
              </a:ext>
            </a:extLst>
          </p:cNvPr>
          <p:cNvSpPr/>
          <p:nvPr/>
        </p:nvSpPr>
        <p:spPr>
          <a:xfrm>
            <a:off x="3712347" y="574800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F7B827F-2201-0623-C00A-A4025A0260FD}"/>
              </a:ext>
            </a:extLst>
          </p:cNvPr>
          <p:cNvCxnSpPr>
            <a:cxnSpLocks/>
          </p:cNvCxnSpPr>
          <p:nvPr/>
        </p:nvCxnSpPr>
        <p:spPr>
          <a:xfrm>
            <a:off x="5315698" y="5829844"/>
            <a:ext cx="23135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63">
            <a:extLst>
              <a:ext uri="{FF2B5EF4-FFF2-40B4-BE49-F238E27FC236}">
                <a16:creationId xmlns:a16="http://schemas.microsoft.com/office/drawing/2014/main" id="{ED1F4368-F00E-0E91-C0EC-6F5140218F86}"/>
              </a:ext>
            </a:extLst>
          </p:cNvPr>
          <p:cNvSpPr txBox="1"/>
          <p:nvPr/>
        </p:nvSpPr>
        <p:spPr>
          <a:xfrm>
            <a:off x="5547050" y="5660567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Skip-Connection</a:t>
            </a:r>
          </a:p>
        </p:txBody>
      </p:sp>
      <p:sp>
        <p:nvSpPr>
          <p:cNvPr id="33" name="文本框 56">
            <a:extLst>
              <a:ext uri="{FF2B5EF4-FFF2-40B4-BE49-F238E27FC236}">
                <a16:creationId xmlns:a16="http://schemas.microsoft.com/office/drawing/2014/main" id="{D9821333-D863-8469-9BF7-1E92281241A1}"/>
              </a:ext>
            </a:extLst>
          </p:cNvPr>
          <p:cNvSpPr txBox="1"/>
          <p:nvPr/>
        </p:nvSpPr>
        <p:spPr>
          <a:xfrm>
            <a:off x="6431628" y="4757783"/>
            <a:ext cx="1765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Inpout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/Output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57">
            <a:extLst>
              <a:ext uri="{FF2B5EF4-FFF2-40B4-BE49-F238E27FC236}">
                <a16:creationId xmlns:a16="http://schemas.microsoft.com/office/drawing/2014/main" id="{1092F1D3-DD8E-AFE6-AA05-CE6E7B8259AC}"/>
              </a:ext>
            </a:extLst>
          </p:cNvPr>
          <p:cNvSpPr/>
          <p:nvPr/>
        </p:nvSpPr>
        <p:spPr>
          <a:xfrm>
            <a:off x="6039744" y="4734887"/>
            <a:ext cx="391884" cy="406614"/>
          </a:xfrm>
          <a:prstGeom prst="rect">
            <a:avLst/>
          </a:prstGeom>
          <a:solidFill>
            <a:srgbClr val="E3AEEE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58">
            <a:extLst>
              <a:ext uri="{FF2B5EF4-FFF2-40B4-BE49-F238E27FC236}">
                <a16:creationId xmlns:a16="http://schemas.microsoft.com/office/drawing/2014/main" id="{3A023F03-D948-4FFC-2970-2A524AEFC676}"/>
              </a:ext>
            </a:extLst>
          </p:cNvPr>
          <p:cNvSpPr txBox="1"/>
          <p:nvPr/>
        </p:nvSpPr>
        <p:spPr>
          <a:xfrm>
            <a:off x="1538297" y="418260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</a:p>
        </p:txBody>
      </p:sp>
      <p:sp>
        <p:nvSpPr>
          <p:cNvPr id="2" name="文本框 58">
            <a:extLst>
              <a:ext uri="{FF2B5EF4-FFF2-40B4-BE49-F238E27FC236}">
                <a16:creationId xmlns:a16="http://schemas.microsoft.com/office/drawing/2014/main" id="{8E0B2D81-2E5D-8BAB-32C7-5F16808BAECA}"/>
              </a:ext>
            </a:extLst>
          </p:cNvPr>
          <p:cNvSpPr txBox="1"/>
          <p:nvPr/>
        </p:nvSpPr>
        <p:spPr>
          <a:xfrm>
            <a:off x="37974" y="0"/>
            <a:ext cx="5134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US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Encoder</a:t>
            </a:r>
          </a:p>
        </p:txBody>
      </p:sp>
      <p:sp>
        <p:nvSpPr>
          <p:cNvPr id="3" name="矩形 156">
            <a:extLst>
              <a:ext uri="{FF2B5EF4-FFF2-40B4-BE49-F238E27FC236}">
                <a16:creationId xmlns:a16="http://schemas.microsoft.com/office/drawing/2014/main" id="{C86A12AA-103E-630F-D48B-5FD4E5ED3498}"/>
              </a:ext>
            </a:extLst>
          </p:cNvPr>
          <p:cNvSpPr/>
          <p:nvPr/>
        </p:nvSpPr>
        <p:spPr>
          <a:xfrm>
            <a:off x="6819985" y="2123619"/>
            <a:ext cx="431715" cy="1979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FC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5" name="文本框 58">
            <a:extLst>
              <a:ext uri="{FF2B5EF4-FFF2-40B4-BE49-F238E27FC236}">
                <a16:creationId xmlns:a16="http://schemas.microsoft.com/office/drawing/2014/main" id="{05E1C70E-947F-84AB-3B55-DFCC4B8E7630}"/>
              </a:ext>
            </a:extLst>
          </p:cNvPr>
          <p:cNvSpPr txBox="1"/>
          <p:nvPr/>
        </p:nvSpPr>
        <p:spPr>
          <a:xfrm>
            <a:off x="4813796" y="3217790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(H/16, W/16, D/16, 256)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C07A343-A57E-6DDD-1FCE-85D1F156E2C5}"/>
              </a:ext>
            </a:extLst>
          </p:cNvPr>
          <p:cNvCxnSpPr>
            <a:cxnSpLocks/>
          </p:cNvCxnSpPr>
          <p:nvPr/>
        </p:nvCxnSpPr>
        <p:spPr>
          <a:xfrm>
            <a:off x="7196349" y="5829844"/>
            <a:ext cx="231352" cy="0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3">
            <a:extLst>
              <a:ext uri="{FF2B5EF4-FFF2-40B4-BE49-F238E27FC236}">
                <a16:creationId xmlns:a16="http://schemas.microsoft.com/office/drawing/2014/main" id="{631BAA5E-468E-D3FF-352B-7D1F3BB1B7F2}"/>
              </a:ext>
            </a:extLst>
          </p:cNvPr>
          <p:cNvSpPr txBox="1"/>
          <p:nvPr/>
        </p:nvSpPr>
        <p:spPr>
          <a:xfrm>
            <a:off x="7466830" y="5644009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AvgPool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194BB7F-728F-CDF2-558A-19C188E03169}"/>
              </a:ext>
            </a:extLst>
          </p:cNvPr>
          <p:cNvCxnSpPr>
            <a:cxnSpLocks/>
          </p:cNvCxnSpPr>
          <p:nvPr/>
        </p:nvCxnSpPr>
        <p:spPr>
          <a:xfrm>
            <a:off x="6492214" y="3883186"/>
            <a:ext cx="288000" cy="0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58">
            <a:extLst>
              <a:ext uri="{FF2B5EF4-FFF2-40B4-BE49-F238E27FC236}">
                <a16:creationId xmlns:a16="http://schemas.microsoft.com/office/drawing/2014/main" id="{31D5C732-A932-2C41-C66A-54A5721CB324}"/>
              </a:ext>
            </a:extLst>
          </p:cNvPr>
          <p:cNvSpPr txBox="1"/>
          <p:nvPr/>
        </p:nvSpPr>
        <p:spPr>
          <a:xfrm>
            <a:off x="6662071" y="1790921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</a:p>
        </p:txBody>
      </p:sp>
      <p:sp>
        <p:nvSpPr>
          <p:cNvPr id="25" name="矩形 156">
            <a:extLst>
              <a:ext uri="{FF2B5EF4-FFF2-40B4-BE49-F238E27FC236}">
                <a16:creationId xmlns:a16="http://schemas.microsoft.com/office/drawing/2014/main" id="{AAE5B17A-C908-64BD-2F2A-412E8FB85090}"/>
              </a:ext>
            </a:extLst>
          </p:cNvPr>
          <p:cNvSpPr/>
          <p:nvPr/>
        </p:nvSpPr>
        <p:spPr>
          <a:xfrm>
            <a:off x="8219013" y="3217790"/>
            <a:ext cx="431715" cy="436650"/>
          </a:xfrm>
          <a:prstGeom prst="rect">
            <a:avLst/>
          </a:prstGeom>
          <a:solidFill>
            <a:srgbClr val="E3AEEE"/>
          </a:solidFill>
          <a:ln w="12700" cap="flat" cmpd="sng" algn="ctr">
            <a:solidFill>
              <a:srgbClr val="CD26D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0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6" name="矩形 156">
            <a:extLst>
              <a:ext uri="{FF2B5EF4-FFF2-40B4-BE49-F238E27FC236}">
                <a16:creationId xmlns:a16="http://schemas.microsoft.com/office/drawing/2014/main" id="{00E3AA59-0456-F562-184A-56BFE72B1707}"/>
              </a:ext>
            </a:extLst>
          </p:cNvPr>
          <p:cNvSpPr/>
          <p:nvPr/>
        </p:nvSpPr>
        <p:spPr>
          <a:xfrm>
            <a:off x="8219013" y="3692291"/>
            <a:ext cx="431715" cy="436650"/>
          </a:xfrm>
          <a:prstGeom prst="rect">
            <a:avLst/>
          </a:prstGeom>
          <a:solidFill>
            <a:srgbClr val="E3AEEE"/>
          </a:solidFill>
          <a:ln w="12700" cap="flat" cmpd="sng" algn="ctr">
            <a:solidFill>
              <a:srgbClr val="CD26D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1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9A4B558B-80D3-3C99-E3C6-0B0968870AA4}"/>
              </a:ext>
            </a:extLst>
          </p:cNvPr>
          <p:cNvCxnSpPr>
            <a:cxnSpLocks/>
          </p:cNvCxnSpPr>
          <p:nvPr/>
        </p:nvCxnSpPr>
        <p:spPr>
          <a:xfrm>
            <a:off x="7301615" y="3910616"/>
            <a:ext cx="82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156">
            <a:extLst>
              <a:ext uri="{FF2B5EF4-FFF2-40B4-BE49-F238E27FC236}">
                <a16:creationId xmlns:a16="http://schemas.microsoft.com/office/drawing/2014/main" id="{BB46D7FA-2B5F-7B19-EEA2-9E7EB63A259B}"/>
              </a:ext>
            </a:extLst>
          </p:cNvPr>
          <p:cNvSpPr/>
          <p:nvPr/>
        </p:nvSpPr>
        <p:spPr>
          <a:xfrm>
            <a:off x="7937786" y="4620021"/>
            <a:ext cx="208593" cy="5672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59" name="文本框 56">
            <a:extLst>
              <a:ext uri="{FF2B5EF4-FFF2-40B4-BE49-F238E27FC236}">
                <a16:creationId xmlns:a16="http://schemas.microsoft.com/office/drawing/2014/main" id="{1825BB8E-8A17-07F6-A000-140D05AFB27A}"/>
              </a:ext>
            </a:extLst>
          </p:cNvPr>
          <p:cNvSpPr txBox="1"/>
          <p:nvPr/>
        </p:nvSpPr>
        <p:spPr>
          <a:xfrm>
            <a:off x="8197899" y="4664245"/>
            <a:ext cx="1765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 Linear Block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63">
            <a:extLst>
              <a:ext uri="{FF2B5EF4-FFF2-40B4-BE49-F238E27FC236}">
                <a16:creationId xmlns:a16="http://schemas.microsoft.com/office/drawing/2014/main" id="{9E12F545-8BB5-50D5-9113-57CE3C3E5ACE}"/>
              </a:ext>
            </a:extLst>
          </p:cNvPr>
          <p:cNvSpPr txBox="1"/>
          <p:nvPr/>
        </p:nvSpPr>
        <p:spPr>
          <a:xfrm>
            <a:off x="7307946" y="3495848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696878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75570-D617-318A-61C4-CA2F8774D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8">
            <a:extLst>
              <a:ext uri="{FF2B5EF4-FFF2-40B4-BE49-F238E27FC236}">
                <a16:creationId xmlns:a16="http://schemas.microsoft.com/office/drawing/2014/main" id="{2BD3B711-59D5-D44B-D6BA-173945E880FF}"/>
              </a:ext>
            </a:extLst>
          </p:cNvPr>
          <p:cNvSpPr/>
          <p:nvPr/>
        </p:nvSpPr>
        <p:spPr>
          <a:xfrm>
            <a:off x="1194096" y="1946331"/>
            <a:ext cx="1872000" cy="1944000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矩形 61">
            <a:extLst>
              <a:ext uri="{FF2B5EF4-FFF2-40B4-BE49-F238E27FC236}">
                <a16:creationId xmlns:a16="http://schemas.microsoft.com/office/drawing/2014/main" id="{69A49546-0C3B-E6C0-F97E-E4F3361C8E50}"/>
              </a:ext>
            </a:extLst>
          </p:cNvPr>
          <p:cNvSpPr/>
          <p:nvPr/>
        </p:nvSpPr>
        <p:spPr>
          <a:xfrm>
            <a:off x="6440152" y="3540061"/>
            <a:ext cx="899098" cy="4366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矩形 59">
            <a:extLst>
              <a:ext uri="{FF2B5EF4-FFF2-40B4-BE49-F238E27FC236}">
                <a16:creationId xmlns:a16="http://schemas.microsoft.com/office/drawing/2014/main" id="{F51B6011-0F14-7615-6EF4-D3129B3A0435}"/>
              </a:ext>
            </a:extLst>
          </p:cNvPr>
          <p:cNvSpPr/>
          <p:nvPr/>
        </p:nvSpPr>
        <p:spPr>
          <a:xfrm>
            <a:off x="7814837" y="2632770"/>
            <a:ext cx="1207892" cy="13286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矩形 62">
            <a:extLst>
              <a:ext uri="{FF2B5EF4-FFF2-40B4-BE49-F238E27FC236}">
                <a16:creationId xmlns:a16="http://schemas.microsoft.com/office/drawing/2014/main" id="{35349FB7-68A9-2701-A584-312CD9C2D91F}"/>
              </a:ext>
            </a:extLst>
          </p:cNvPr>
          <p:cNvSpPr/>
          <p:nvPr/>
        </p:nvSpPr>
        <p:spPr>
          <a:xfrm>
            <a:off x="1993316" y="2338290"/>
            <a:ext cx="1695704" cy="155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矩形 6">
            <a:extLst>
              <a:ext uri="{FF2B5EF4-FFF2-40B4-BE49-F238E27FC236}">
                <a16:creationId xmlns:a16="http://schemas.microsoft.com/office/drawing/2014/main" id="{CCF49840-3090-E0EF-5EE7-48FA9445AD67}"/>
              </a:ext>
            </a:extLst>
          </p:cNvPr>
          <p:cNvSpPr/>
          <p:nvPr/>
        </p:nvSpPr>
        <p:spPr>
          <a:xfrm>
            <a:off x="2907132" y="2616200"/>
            <a:ext cx="1207892" cy="1328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矩形 5">
            <a:extLst>
              <a:ext uri="{FF2B5EF4-FFF2-40B4-BE49-F238E27FC236}">
                <a16:creationId xmlns:a16="http://schemas.microsoft.com/office/drawing/2014/main" id="{AB07A9D7-C306-C584-C385-1B2EEB0EA557}"/>
              </a:ext>
            </a:extLst>
          </p:cNvPr>
          <p:cNvSpPr/>
          <p:nvPr/>
        </p:nvSpPr>
        <p:spPr>
          <a:xfrm>
            <a:off x="4370315" y="3524760"/>
            <a:ext cx="899097" cy="4366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矩形 11">
            <a:extLst>
              <a:ext uri="{FF2B5EF4-FFF2-40B4-BE49-F238E27FC236}">
                <a16:creationId xmlns:a16="http://schemas.microsoft.com/office/drawing/2014/main" id="{D050CF84-3140-36EE-7F49-541D94780C64}"/>
              </a:ext>
            </a:extLst>
          </p:cNvPr>
          <p:cNvSpPr/>
          <p:nvPr/>
        </p:nvSpPr>
        <p:spPr>
          <a:xfrm>
            <a:off x="8451450" y="2398667"/>
            <a:ext cx="1332257" cy="15572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矩形 13">
            <a:extLst>
              <a:ext uri="{FF2B5EF4-FFF2-40B4-BE49-F238E27FC236}">
                <a16:creationId xmlns:a16="http://schemas.microsoft.com/office/drawing/2014/main" id="{BF7E32B7-B633-80F7-E2B5-FE39DC28CC9D}"/>
              </a:ext>
            </a:extLst>
          </p:cNvPr>
          <p:cNvSpPr/>
          <p:nvPr/>
        </p:nvSpPr>
        <p:spPr>
          <a:xfrm>
            <a:off x="8792332" y="1836228"/>
            <a:ext cx="2421094" cy="2014226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7" name="连接符: 肘形 17">
            <a:extLst>
              <a:ext uri="{FF2B5EF4-FFF2-40B4-BE49-F238E27FC236}">
                <a16:creationId xmlns:a16="http://schemas.microsoft.com/office/drawing/2014/main" id="{53AE7C0D-8B0B-BFDF-54D1-0BD021A08E56}"/>
              </a:ext>
            </a:extLst>
          </p:cNvPr>
          <p:cNvCxnSpPr>
            <a:cxnSpLocks/>
            <a:stCxn id="70" idx="0"/>
            <a:endCxn id="79" idx="0"/>
          </p:cNvCxnSpPr>
          <p:nvPr/>
        </p:nvCxnSpPr>
        <p:spPr>
          <a:xfrm rot="16200000" flipH="1">
            <a:off x="5949184" y="-769727"/>
            <a:ext cx="60377" cy="6276411"/>
          </a:xfrm>
          <a:prstGeom prst="bentConnector3">
            <a:avLst>
              <a:gd name="adj1" fmla="val -1577587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21">
            <a:extLst>
              <a:ext uri="{FF2B5EF4-FFF2-40B4-BE49-F238E27FC236}">
                <a16:creationId xmlns:a16="http://schemas.microsoft.com/office/drawing/2014/main" id="{459E242B-8BA2-36CA-4151-19D132D85F57}"/>
              </a:ext>
            </a:extLst>
          </p:cNvPr>
          <p:cNvCxnSpPr>
            <a:cxnSpLocks/>
            <a:stCxn id="75" idx="0"/>
            <a:endCxn id="68" idx="0"/>
          </p:cNvCxnSpPr>
          <p:nvPr/>
        </p:nvCxnSpPr>
        <p:spPr>
          <a:xfrm rot="16200000" flipH="1">
            <a:off x="5956645" y="170633"/>
            <a:ext cx="16570" cy="4907705"/>
          </a:xfrm>
          <a:prstGeom prst="bentConnector3">
            <a:avLst>
              <a:gd name="adj1" fmla="val -4253772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25">
            <a:extLst>
              <a:ext uri="{FF2B5EF4-FFF2-40B4-BE49-F238E27FC236}">
                <a16:creationId xmlns:a16="http://schemas.microsoft.com/office/drawing/2014/main" id="{9A4D45C1-12CF-A242-8468-5D0AAADD14BE}"/>
              </a:ext>
            </a:extLst>
          </p:cNvPr>
          <p:cNvCxnSpPr>
            <a:cxnSpLocks/>
            <a:stCxn id="102" idx="0"/>
            <a:endCxn id="104" idx="0"/>
          </p:cNvCxnSpPr>
          <p:nvPr/>
        </p:nvCxnSpPr>
        <p:spPr>
          <a:xfrm rot="5400000" flipH="1" flipV="1">
            <a:off x="5865254" y="1374744"/>
            <a:ext cx="1303" cy="3531105"/>
          </a:xfrm>
          <a:prstGeom prst="bentConnector3">
            <a:avLst>
              <a:gd name="adj1" fmla="val 50783039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29">
            <a:extLst>
              <a:ext uri="{FF2B5EF4-FFF2-40B4-BE49-F238E27FC236}">
                <a16:creationId xmlns:a16="http://schemas.microsoft.com/office/drawing/2014/main" id="{E461D747-176F-8792-5C05-74BB9F0F0FEB}"/>
              </a:ext>
            </a:extLst>
          </p:cNvPr>
          <p:cNvCxnSpPr>
            <a:cxnSpLocks/>
            <a:stCxn id="76" idx="0"/>
            <a:endCxn id="53" idx="0"/>
          </p:cNvCxnSpPr>
          <p:nvPr/>
        </p:nvCxnSpPr>
        <p:spPr>
          <a:xfrm rot="16200000" flipH="1">
            <a:off x="5847131" y="2497492"/>
            <a:ext cx="15301" cy="2069837"/>
          </a:xfrm>
          <a:prstGeom prst="bentConnector3">
            <a:avLst>
              <a:gd name="adj1" fmla="val -3652049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F46F57DA-261B-F9CD-35C9-E57DD1059274}"/>
              </a:ext>
            </a:extLst>
          </p:cNvPr>
          <p:cNvSpPr/>
          <p:nvPr/>
        </p:nvSpPr>
        <p:spPr>
          <a:xfrm>
            <a:off x="3693678" y="369968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화살표: 오른쪽 95">
            <a:extLst>
              <a:ext uri="{FF2B5EF4-FFF2-40B4-BE49-F238E27FC236}">
                <a16:creationId xmlns:a16="http://schemas.microsoft.com/office/drawing/2014/main" id="{679039BA-4AFA-78CF-0242-5FF21AADCBAC}"/>
              </a:ext>
            </a:extLst>
          </p:cNvPr>
          <p:cNvSpPr/>
          <p:nvPr/>
        </p:nvSpPr>
        <p:spPr>
          <a:xfrm>
            <a:off x="3035811" y="3699685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7AD548D2-57C0-6B3C-D69F-D3ACA6732543}"/>
              </a:ext>
            </a:extLst>
          </p:cNvPr>
          <p:cNvSpPr/>
          <p:nvPr/>
        </p:nvSpPr>
        <p:spPr>
          <a:xfrm>
            <a:off x="9331359" y="3718168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111AC869-8C2E-7EE8-430D-7B01BFFD4EB4}"/>
              </a:ext>
            </a:extLst>
          </p:cNvPr>
          <p:cNvSpPr/>
          <p:nvPr/>
        </p:nvSpPr>
        <p:spPr>
          <a:xfrm>
            <a:off x="8645309" y="3707108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81FE4737-2CEF-764B-D2CE-1637A9DA7696}"/>
              </a:ext>
            </a:extLst>
          </p:cNvPr>
          <p:cNvSpPr/>
          <p:nvPr/>
        </p:nvSpPr>
        <p:spPr>
          <a:xfrm>
            <a:off x="7236225" y="369444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矩形 5">
            <a:extLst>
              <a:ext uri="{FF2B5EF4-FFF2-40B4-BE49-F238E27FC236}">
                <a16:creationId xmlns:a16="http://schemas.microsoft.com/office/drawing/2014/main" id="{72B9182E-AD37-0575-F197-E4A00F1040A4}"/>
              </a:ext>
            </a:extLst>
          </p:cNvPr>
          <p:cNvSpPr/>
          <p:nvPr/>
        </p:nvSpPr>
        <p:spPr>
          <a:xfrm>
            <a:off x="3650804" y="3140947"/>
            <a:ext cx="899097" cy="829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矩形 61">
            <a:extLst>
              <a:ext uri="{FF2B5EF4-FFF2-40B4-BE49-F238E27FC236}">
                <a16:creationId xmlns:a16="http://schemas.microsoft.com/office/drawing/2014/main" id="{F641B158-3902-0038-036D-C21D596B85B0}"/>
              </a:ext>
            </a:extLst>
          </p:cNvPr>
          <p:cNvSpPr/>
          <p:nvPr/>
        </p:nvSpPr>
        <p:spPr>
          <a:xfrm>
            <a:off x="7181909" y="3139644"/>
            <a:ext cx="899098" cy="8294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F40312C9-2CBD-D45B-B5DD-15624091E48E}"/>
              </a:ext>
            </a:extLst>
          </p:cNvPr>
          <p:cNvSpPr/>
          <p:nvPr/>
        </p:nvSpPr>
        <p:spPr>
          <a:xfrm>
            <a:off x="7977348" y="370278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화살표: 오른쪽 106">
            <a:extLst>
              <a:ext uri="{FF2B5EF4-FFF2-40B4-BE49-F238E27FC236}">
                <a16:creationId xmlns:a16="http://schemas.microsoft.com/office/drawing/2014/main" id="{AB8E14F3-640D-2A44-C3AB-71B25608D3A7}"/>
              </a:ext>
            </a:extLst>
          </p:cNvPr>
          <p:cNvSpPr/>
          <p:nvPr/>
        </p:nvSpPr>
        <p:spPr>
          <a:xfrm>
            <a:off x="2290302" y="36969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6F7CFAE2-9EE2-08DB-3D3D-A718AE80D206}"/>
              </a:ext>
            </a:extLst>
          </p:cNvPr>
          <p:cNvSpPr/>
          <p:nvPr/>
        </p:nvSpPr>
        <p:spPr>
          <a:xfrm>
            <a:off x="4442187" y="372884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文本框 58">
            <a:extLst>
              <a:ext uri="{FF2B5EF4-FFF2-40B4-BE49-F238E27FC236}">
                <a16:creationId xmlns:a16="http://schemas.microsoft.com/office/drawing/2014/main" id="{0918713B-EC36-2D5B-8C6C-754188137730}"/>
              </a:ext>
            </a:extLst>
          </p:cNvPr>
          <p:cNvSpPr txBox="1"/>
          <p:nvPr/>
        </p:nvSpPr>
        <p:spPr>
          <a:xfrm>
            <a:off x="2323697" y="4131180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</a:p>
        </p:txBody>
      </p:sp>
      <p:sp>
        <p:nvSpPr>
          <p:cNvPr id="49" name="文本框 58">
            <a:extLst>
              <a:ext uri="{FF2B5EF4-FFF2-40B4-BE49-F238E27FC236}">
                <a16:creationId xmlns:a16="http://schemas.microsoft.com/office/drawing/2014/main" id="{16DBB25D-FA8D-B05A-C870-8ED412F913C9}"/>
              </a:ext>
            </a:extLst>
          </p:cNvPr>
          <p:cNvSpPr txBox="1"/>
          <p:nvPr/>
        </p:nvSpPr>
        <p:spPr>
          <a:xfrm>
            <a:off x="3066096" y="41357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</p:txBody>
      </p:sp>
      <p:sp>
        <p:nvSpPr>
          <p:cNvPr id="52" name="文本框 58">
            <a:extLst>
              <a:ext uri="{FF2B5EF4-FFF2-40B4-BE49-F238E27FC236}">
                <a16:creationId xmlns:a16="http://schemas.microsoft.com/office/drawing/2014/main" id="{FC90B35B-C978-649E-E9E2-298C504DCB72}"/>
              </a:ext>
            </a:extLst>
          </p:cNvPr>
          <p:cNvSpPr txBox="1"/>
          <p:nvPr/>
        </p:nvSpPr>
        <p:spPr>
          <a:xfrm>
            <a:off x="3768173" y="41357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54" name="文本框 58">
            <a:extLst>
              <a:ext uri="{FF2B5EF4-FFF2-40B4-BE49-F238E27FC236}">
                <a16:creationId xmlns:a16="http://schemas.microsoft.com/office/drawing/2014/main" id="{86809B69-C2BF-C9B4-2CA6-4B11DE24A936}"/>
              </a:ext>
            </a:extLst>
          </p:cNvPr>
          <p:cNvSpPr txBox="1"/>
          <p:nvPr/>
        </p:nvSpPr>
        <p:spPr>
          <a:xfrm>
            <a:off x="4553573" y="413576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55" name="文本框 58">
            <a:extLst>
              <a:ext uri="{FF2B5EF4-FFF2-40B4-BE49-F238E27FC236}">
                <a16:creationId xmlns:a16="http://schemas.microsoft.com/office/drawing/2014/main" id="{98B66FB2-EA69-5314-93A5-32954DD05DAE}"/>
              </a:ext>
            </a:extLst>
          </p:cNvPr>
          <p:cNvSpPr txBox="1"/>
          <p:nvPr/>
        </p:nvSpPr>
        <p:spPr>
          <a:xfrm>
            <a:off x="5574843" y="4131179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56" name="矩形 10">
            <a:extLst>
              <a:ext uri="{FF2B5EF4-FFF2-40B4-BE49-F238E27FC236}">
                <a16:creationId xmlns:a16="http://schemas.microsoft.com/office/drawing/2014/main" id="{C7D1DA5D-30B7-C748-C13B-9F33AED296AD}"/>
              </a:ext>
            </a:extLst>
          </p:cNvPr>
          <p:cNvSpPr/>
          <p:nvPr/>
        </p:nvSpPr>
        <p:spPr>
          <a:xfrm>
            <a:off x="5232715" y="3596564"/>
            <a:ext cx="558137" cy="3494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</a:effectLst>
          <a:scene3d>
            <a:camera prst="isometricOffAxis1Left">
              <a:rot lat="900000" lon="6600000" rev="0"/>
            </a:camera>
            <a:lightRig rig="flat" dir="t"/>
          </a:scene3d>
          <a:sp3d extrusionH="882650" contourW="12700" prstMaterial="matte">
            <a:bevelT w="0" h="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50DE281B-E6ED-D2E5-09A8-EA6E97A5578E}"/>
              </a:ext>
            </a:extLst>
          </p:cNvPr>
          <p:cNvSpPr/>
          <p:nvPr/>
        </p:nvSpPr>
        <p:spPr>
          <a:xfrm>
            <a:off x="5172722" y="37562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AB2BCB3C-08A0-950C-0A3F-E6F06FAEAD47}"/>
              </a:ext>
            </a:extLst>
          </p:cNvPr>
          <p:cNvSpPr/>
          <p:nvPr/>
        </p:nvSpPr>
        <p:spPr>
          <a:xfrm>
            <a:off x="6494468" y="3729751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文本框 58">
            <a:extLst>
              <a:ext uri="{FF2B5EF4-FFF2-40B4-BE49-F238E27FC236}">
                <a16:creationId xmlns:a16="http://schemas.microsoft.com/office/drawing/2014/main" id="{6C0BD994-DAEB-02E8-B2F9-7094C0172BEA}"/>
              </a:ext>
            </a:extLst>
          </p:cNvPr>
          <p:cNvSpPr txBox="1"/>
          <p:nvPr/>
        </p:nvSpPr>
        <p:spPr>
          <a:xfrm>
            <a:off x="2288773" y="4768412"/>
            <a:ext cx="2767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 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</a:p>
        </p:txBody>
      </p:sp>
      <p:sp>
        <p:nvSpPr>
          <p:cNvPr id="14" name="矩形 60">
            <a:extLst>
              <a:ext uri="{FF2B5EF4-FFF2-40B4-BE49-F238E27FC236}">
                <a16:creationId xmlns:a16="http://schemas.microsoft.com/office/drawing/2014/main" id="{0EE930A9-9FC3-A5F8-6CC8-B59F8CB3C78D}"/>
              </a:ext>
            </a:extLst>
          </p:cNvPr>
          <p:cNvSpPr/>
          <p:nvPr/>
        </p:nvSpPr>
        <p:spPr>
          <a:xfrm>
            <a:off x="1759773" y="4734382"/>
            <a:ext cx="391884" cy="406614"/>
          </a:xfrm>
          <a:prstGeom prst="rect">
            <a:avLst/>
          </a:prstGeom>
          <a:solidFill>
            <a:srgbClr val="B4C7E7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B4C7E7"/>
            </a:extrusionClr>
            <a:contourClr>
              <a:srgbClr val="4062A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63">
            <a:extLst>
              <a:ext uri="{FF2B5EF4-FFF2-40B4-BE49-F238E27FC236}">
                <a16:creationId xmlns:a16="http://schemas.microsoft.com/office/drawing/2014/main" id="{8E0CCD91-2EBB-830B-85DC-BD9249B3E844}"/>
              </a:ext>
            </a:extLst>
          </p:cNvPr>
          <p:cNvSpPr txBox="1"/>
          <p:nvPr/>
        </p:nvSpPr>
        <p:spPr>
          <a:xfrm>
            <a:off x="5584962" y="4771877"/>
            <a:ext cx="2767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Decoder: 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</a:p>
        </p:txBody>
      </p:sp>
      <p:sp>
        <p:nvSpPr>
          <p:cNvPr id="16" name="矩形 64">
            <a:extLst>
              <a:ext uri="{FF2B5EF4-FFF2-40B4-BE49-F238E27FC236}">
                <a16:creationId xmlns:a16="http://schemas.microsoft.com/office/drawing/2014/main" id="{7D22DE1E-9EAA-7B8E-8E96-7453553926C8}"/>
              </a:ext>
            </a:extLst>
          </p:cNvPr>
          <p:cNvSpPr/>
          <p:nvPr/>
        </p:nvSpPr>
        <p:spPr>
          <a:xfrm>
            <a:off x="5055962" y="4737847"/>
            <a:ext cx="391884" cy="406614"/>
          </a:xfrm>
          <a:prstGeom prst="rect">
            <a:avLst/>
          </a:prstGeom>
          <a:solidFill>
            <a:srgbClr val="F5B7BF"/>
          </a:solidFill>
          <a:ln>
            <a:solidFill>
              <a:srgbClr val="F5B7BF"/>
            </a:solidFill>
          </a:ln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F5B7BF"/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63">
            <a:extLst>
              <a:ext uri="{FF2B5EF4-FFF2-40B4-BE49-F238E27FC236}">
                <a16:creationId xmlns:a16="http://schemas.microsoft.com/office/drawing/2014/main" id="{13C20B9D-E4E1-2F7C-FE46-281728EC569F}"/>
              </a:ext>
            </a:extLst>
          </p:cNvPr>
          <p:cNvSpPr txBox="1"/>
          <p:nvPr/>
        </p:nvSpPr>
        <p:spPr>
          <a:xfrm>
            <a:off x="2350616" y="5655579"/>
            <a:ext cx="1494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Down-Sample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25322A35-983E-8F19-1B45-9643E9887030}"/>
              </a:ext>
            </a:extLst>
          </p:cNvPr>
          <p:cNvSpPr/>
          <p:nvPr/>
        </p:nvSpPr>
        <p:spPr>
          <a:xfrm>
            <a:off x="1901976" y="575395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文本框 63">
            <a:extLst>
              <a:ext uri="{FF2B5EF4-FFF2-40B4-BE49-F238E27FC236}">
                <a16:creationId xmlns:a16="http://schemas.microsoft.com/office/drawing/2014/main" id="{804933A4-E259-96F2-BC8B-2CA340B28CBD}"/>
              </a:ext>
            </a:extLst>
          </p:cNvPr>
          <p:cNvSpPr txBox="1"/>
          <p:nvPr/>
        </p:nvSpPr>
        <p:spPr>
          <a:xfrm>
            <a:off x="4719786" y="5649629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Up-Sample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3451FA43-81A1-D35F-9E5E-3918A64175AD}"/>
              </a:ext>
            </a:extLst>
          </p:cNvPr>
          <p:cNvSpPr/>
          <p:nvPr/>
        </p:nvSpPr>
        <p:spPr>
          <a:xfrm>
            <a:off x="4271147" y="574800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E81D5C2-03E0-7E8A-6966-353EDE839B61}"/>
              </a:ext>
            </a:extLst>
          </p:cNvPr>
          <p:cNvCxnSpPr>
            <a:cxnSpLocks/>
          </p:cNvCxnSpPr>
          <p:nvPr/>
        </p:nvCxnSpPr>
        <p:spPr>
          <a:xfrm>
            <a:off x="6588633" y="5851543"/>
            <a:ext cx="23135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63">
            <a:extLst>
              <a:ext uri="{FF2B5EF4-FFF2-40B4-BE49-F238E27FC236}">
                <a16:creationId xmlns:a16="http://schemas.microsoft.com/office/drawing/2014/main" id="{8982AB54-E7F2-03A7-775E-E111E941795E}"/>
              </a:ext>
            </a:extLst>
          </p:cNvPr>
          <p:cNvSpPr txBox="1"/>
          <p:nvPr/>
        </p:nvSpPr>
        <p:spPr>
          <a:xfrm>
            <a:off x="7007901" y="5649629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Skip-Connection</a:t>
            </a:r>
          </a:p>
        </p:txBody>
      </p:sp>
      <p:sp>
        <p:nvSpPr>
          <p:cNvPr id="28" name="文本框 58">
            <a:extLst>
              <a:ext uri="{FF2B5EF4-FFF2-40B4-BE49-F238E27FC236}">
                <a16:creationId xmlns:a16="http://schemas.microsoft.com/office/drawing/2014/main" id="{46A94013-7044-8BEE-7C6A-4F355F3E1C8E}"/>
              </a:ext>
            </a:extLst>
          </p:cNvPr>
          <p:cNvSpPr txBox="1"/>
          <p:nvPr/>
        </p:nvSpPr>
        <p:spPr>
          <a:xfrm>
            <a:off x="2799886" y="1100062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(H/2, W/2, D/2, 16)</a:t>
            </a:r>
          </a:p>
        </p:txBody>
      </p:sp>
      <p:sp>
        <p:nvSpPr>
          <p:cNvPr id="29" name="文本框 58">
            <a:extLst>
              <a:ext uri="{FF2B5EF4-FFF2-40B4-BE49-F238E27FC236}">
                <a16:creationId xmlns:a16="http://schemas.microsoft.com/office/drawing/2014/main" id="{73332147-00DC-0089-3C1C-DD0557764BAF}"/>
              </a:ext>
            </a:extLst>
          </p:cNvPr>
          <p:cNvSpPr txBox="1"/>
          <p:nvPr/>
        </p:nvSpPr>
        <p:spPr>
          <a:xfrm>
            <a:off x="3549346" y="1592464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(H/4, W/4, D/4, 32)</a:t>
            </a:r>
          </a:p>
        </p:txBody>
      </p:sp>
      <p:sp>
        <p:nvSpPr>
          <p:cNvPr id="30" name="文本框 58">
            <a:extLst>
              <a:ext uri="{FF2B5EF4-FFF2-40B4-BE49-F238E27FC236}">
                <a16:creationId xmlns:a16="http://schemas.microsoft.com/office/drawing/2014/main" id="{C9146647-541A-320E-9A87-1860635DEA97}"/>
              </a:ext>
            </a:extLst>
          </p:cNvPr>
          <p:cNvSpPr txBox="1"/>
          <p:nvPr/>
        </p:nvSpPr>
        <p:spPr>
          <a:xfrm>
            <a:off x="4087582" y="2177523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(H/8, W/8, D/8, 64)</a:t>
            </a:r>
          </a:p>
        </p:txBody>
      </p:sp>
      <p:sp>
        <p:nvSpPr>
          <p:cNvPr id="31" name="文本框 58">
            <a:extLst>
              <a:ext uri="{FF2B5EF4-FFF2-40B4-BE49-F238E27FC236}">
                <a16:creationId xmlns:a16="http://schemas.microsoft.com/office/drawing/2014/main" id="{FEAB42A6-9582-F5FC-47AB-3AA5FC83C725}"/>
              </a:ext>
            </a:extLst>
          </p:cNvPr>
          <p:cNvSpPr txBox="1"/>
          <p:nvPr/>
        </p:nvSpPr>
        <p:spPr>
          <a:xfrm>
            <a:off x="4801893" y="2700968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(H/16, W/16, D/16, 128)</a:t>
            </a:r>
          </a:p>
        </p:txBody>
      </p:sp>
      <p:sp>
        <p:nvSpPr>
          <p:cNvPr id="32" name="文本框 58">
            <a:extLst>
              <a:ext uri="{FF2B5EF4-FFF2-40B4-BE49-F238E27FC236}">
                <a16:creationId xmlns:a16="http://schemas.microsoft.com/office/drawing/2014/main" id="{CDF55819-8FA0-FBF3-278E-3529DD1F981F}"/>
              </a:ext>
            </a:extLst>
          </p:cNvPr>
          <p:cNvSpPr txBox="1"/>
          <p:nvPr/>
        </p:nvSpPr>
        <p:spPr>
          <a:xfrm>
            <a:off x="4813796" y="3217790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(H/16, W/16, D/16, 256)</a:t>
            </a:r>
          </a:p>
        </p:txBody>
      </p:sp>
      <p:sp>
        <p:nvSpPr>
          <p:cNvPr id="33" name="文本框 56">
            <a:extLst>
              <a:ext uri="{FF2B5EF4-FFF2-40B4-BE49-F238E27FC236}">
                <a16:creationId xmlns:a16="http://schemas.microsoft.com/office/drawing/2014/main" id="{1F6E087A-DE31-2E86-0F9C-DCCED18C43DC}"/>
              </a:ext>
            </a:extLst>
          </p:cNvPr>
          <p:cNvSpPr txBox="1"/>
          <p:nvPr/>
        </p:nvSpPr>
        <p:spPr>
          <a:xfrm>
            <a:off x="8665735" y="4768412"/>
            <a:ext cx="1765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Inpout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/Output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57">
            <a:extLst>
              <a:ext uri="{FF2B5EF4-FFF2-40B4-BE49-F238E27FC236}">
                <a16:creationId xmlns:a16="http://schemas.microsoft.com/office/drawing/2014/main" id="{E4714421-51F2-C38E-E189-3B7E1664213D}"/>
              </a:ext>
            </a:extLst>
          </p:cNvPr>
          <p:cNvSpPr/>
          <p:nvPr/>
        </p:nvSpPr>
        <p:spPr>
          <a:xfrm>
            <a:off x="8136735" y="4734382"/>
            <a:ext cx="391884" cy="406614"/>
          </a:xfrm>
          <a:prstGeom prst="rect">
            <a:avLst/>
          </a:prstGeom>
          <a:solidFill>
            <a:srgbClr val="E3AEEE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58">
            <a:extLst>
              <a:ext uri="{FF2B5EF4-FFF2-40B4-BE49-F238E27FC236}">
                <a16:creationId xmlns:a16="http://schemas.microsoft.com/office/drawing/2014/main" id="{DA75BFEA-7853-CC6B-7432-2F1E32942A50}"/>
              </a:ext>
            </a:extLst>
          </p:cNvPr>
          <p:cNvSpPr txBox="1"/>
          <p:nvPr/>
        </p:nvSpPr>
        <p:spPr>
          <a:xfrm>
            <a:off x="6494468" y="4146287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36" name="文本框 58">
            <a:extLst>
              <a:ext uri="{FF2B5EF4-FFF2-40B4-BE49-F238E27FC236}">
                <a16:creationId xmlns:a16="http://schemas.microsoft.com/office/drawing/2014/main" id="{7F341216-5A8B-0C27-73E4-D8D07D8CC6EA}"/>
              </a:ext>
            </a:extLst>
          </p:cNvPr>
          <p:cNvSpPr txBox="1"/>
          <p:nvPr/>
        </p:nvSpPr>
        <p:spPr>
          <a:xfrm>
            <a:off x="7279868" y="4146287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37" name="文本框 58">
            <a:extLst>
              <a:ext uri="{FF2B5EF4-FFF2-40B4-BE49-F238E27FC236}">
                <a16:creationId xmlns:a16="http://schemas.microsoft.com/office/drawing/2014/main" id="{3FC88CFE-0F0B-A84B-2D05-263DE6909782}"/>
              </a:ext>
            </a:extLst>
          </p:cNvPr>
          <p:cNvSpPr txBox="1"/>
          <p:nvPr/>
        </p:nvSpPr>
        <p:spPr>
          <a:xfrm>
            <a:off x="8045049" y="4165146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</p:txBody>
      </p:sp>
      <p:sp>
        <p:nvSpPr>
          <p:cNvPr id="38" name="文本框 58">
            <a:extLst>
              <a:ext uri="{FF2B5EF4-FFF2-40B4-BE49-F238E27FC236}">
                <a16:creationId xmlns:a16="http://schemas.microsoft.com/office/drawing/2014/main" id="{0913892F-1EC9-84A4-5381-A3C3636AF91E}"/>
              </a:ext>
            </a:extLst>
          </p:cNvPr>
          <p:cNvSpPr txBox="1"/>
          <p:nvPr/>
        </p:nvSpPr>
        <p:spPr>
          <a:xfrm>
            <a:off x="8724344" y="4131179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</a:p>
        </p:txBody>
      </p:sp>
      <p:sp>
        <p:nvSpPr>
          <p:cNvPr id="39" name="文本框 58">
            <a:extLst>
              <a:ext uri="{FF2B5EF4-FFF2-40B4-BE49-F238E27FC236}">
                <a16:creationId xmlns:a16="http://schemas.microsoft.com/office/drawing/2014/main" id="{A5A30E93-520B-820F-6A59-B14882F62640}"/>
              </a:ext>
            </a:extLst>
          </p:cNvPr>
          <p:cNvSpPr txBox="1"/>
          <p:nvPr/>
        </p:nvSpPr>
        <p:spPr>
          <a:xfrm>
            <a:off x="1538297" y="418260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</a:p>
        </p:txBody>
      </p:sp>
      <p:sp>
        <p:nvSpPr>
          <p:cNvPr id="40" name="文本框 58">
            <a:extLst>
              <a:ext uri="{FF2B5EF4-FFF2-40B4-BE49-F238E27FC236}">
                <a16:creationId xmlns:a16="http://schemas.microsoft.com/office/drawing/2014/main" id="{B2D5FD10-66C1-E8A6-C66C-CED4DBDA588D}"/>
              </a:ext>
            </a:extLst>
          </p:cNvPr>
          <p:cNvSpPr txBox="1"/>
          <p:nvPr/>
        </p:nvSpPr>
        <p:spPr>
          <a:xfrm>
            <a:off x="9489525" y="418260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</a:p>
        </p:txBody>
      </p:sp>
      <p:sp>
        <p:nvSpPr>
          <p:cNvPr id="2" name="文本框 58">
            <a:extLst>
              <a:ext uri="{FF2B5EF4-FFF2-40B4-BE49-F238E27FC236}">
                <a16:creationId xmlns:a16="http://schemas.microsoft.com/office/drawing/2014/main" id="{1B59419D-2276-AD90-12F9-3A816957B200}"/>
              </a:ext>
            </a:extLst>
          </p:cNvPr>
          <p:cNvSpPr txBox="1"/>
          <p:nvPr/>
        </p:nvSpPr>
        <p:spPr>
          <a:xfrm>
            <a:off x="37974" y="0"/>
            <a:ext cx="2328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US" altLang="ko-K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endPara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175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468F0-A8F2-00EC-08C3-CC5764686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8">
            <a:extLst>
              <a:ext uri="{FF2B5EF4-FFF2-40B4-BE49-F238E27FC236}">
                <a16:creationId xmlns:a16="http://schemas.microsoft.com/office/drawing/2014/main" id="{C22983E2-4F06-3BC8-AE49-BD9C4FBD14B2}"/>
              </a:ext>
            </a:extLst>
          </p:cNvPr>
          <p:cNvSpPr/>
          <p:nvPr/>
        </p:nvSpPr>
        <p:spPr>
          <a:xfrm>
            <a:off x="1359196" y="892231"/>
            <a:ext cx="1872000" cy="1944000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E4486CE-8755-2B16-A405-FBF52070AF2F}"/>
              </a:ext>
            </a:extLst>
          </p:cNvPr>
          <p:cNvSpPr txBox="1"/>
          <p:nvPr/>
        </p:nvSpPr>
        <p:spPr>
          <a:xfrm>
            <a:off x="2453873" y="3714312"/>
            <a:ext cx="2328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 HarDNet Block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E0051B9-DA31-A16A-F1E2-5CB8DF6676CB}"/>
              </a:ext>
            </a:extLst>
          </p:cNvPr>
          <p:cNvSpPr/>
          <p:nvPr/>
        </p:nvSpPr>
        <p:spPr>
          <a:xfrm>
            <a:off x="1924873" y="3680282"/>
            <a:ext cx="391884" cy="406614"/>
          </a:xfrm>
          <a:prstGeom prst="rect">
            <a:avLst/>
          </a:prstGeom>
          <a:solidFill>
            <a:srgbClr val="B4C7E7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B4C7E7"/>
            </a:extrusionClr>
            <a:contourClr>
              <a:srgbClr val="4062A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E835E82-86DD-7AD0-4155-4C7BAA83A1EA}"/>
              </a:ext>
            </a:extLst>
          </p:cNvPr>
          <p:cNvSpPr txBox="1"/>
          <p:nvPr/>
        </p:nvSpPr>
        <p:spPr>
          <a:xfrm>
            <a:off x="5165862" y="3717777"/>
            <a:ext cx="2328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Decoder: HarDNet Block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EE65D7E-B758-0363-0560-02E245EF896B}"/>
              </a:ext>
            </a:extLst>
          </p:cNvPr>
          <p:cNvSpPr/>
          <p:nvPr/>
        </p:nvSpPr>
        <p:spPr>
          <a:xfrm>
            <a:off x="4636862" y="3683747"/>
            <a:ext cx="391884" cy="406614"/>
          </a:xfrm>
          <a:prstGeom prst="rect">
            <a:avLst/>
          </a:prstGeom>
          <a:solidFill>
            <a:srgbClr val="C5E0B4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C5E0B4"/>
            </a:extrusionClr>
            <a:contourClr>
              <a:srgbClr val="618D45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63">
            <a:extLst>
              <a:ext uri="{FF2B5EF4-FFF2-40B4-BE49-F238E27FC236}">
                <a16:creationId xmlns:a16="http://schemas.microsoft.com/office/drawing/2014/main" id="{51A12E7D-4178-2488-0CF7-414D1AA3AB67}"/>
              </a:ext>
            </a:extLst>
          </p:cNvPr>
          <p:cNvSpPr txBox="1"/>
          <p:nvPr/>
        </p:nvSpPr>
        <p:spPr>
          <a:xfrm>
            <a:off x="2515716" y="4601479"/>
            <a:ext cx="1494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Down-Sample</a:t>
            </a:r>
          </a:p>
        </p:txBody>
      </p:sp>
      <p:sp>
        <p:nvSpPr>
          <p:cNvPr id="80" name="화살표: 오른쪽 79">
            <a:extLst>
              <a:ext uri="{FF2B5EF4-FFF2-40B4-BE49-F238E27FC236}">
                <a16:creationId xmlns:a16="http://schemas.microsoft.com/office/drawing/2014/main" id="{8844478D-D8AB-2EFB-8CB3-0E80FAB2D2C2}"/>
              </a:ext>
            </a:extLst>
          </p:cNvPr>
          <p:cNvSpPr/>
          <p:nvPr/>
        </p:nvSpPr>
        <p:spPr>
          <a:xfrm>
            <a:off x="2067076" y="469985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文本框 63">
            <a:extLst>
              <a:ext uri="{FF2B5EF4-FFF2-40B4-BE49-F238E27FC236}">
                <a16:creationId xmlns:a16="http://schemas.microsoft.com/office/drawing/2014/main" id="{2B70923C-F1B3-4B4A-E25E-3CD84D6FED32}"/>
              </a:ext>
            </a:extLst>
          </p:cNvPr>
          <p:cNvSpPr txBox="1"/>
          <p:nvPr/>
        </p:nvSpPr>
        <p:spPr>
          <a:xfrm>
            <a:off x="4884886" y="4595529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Up-Sample</a:t>
            </a:r>
          </a:p>
        </p:txBody>
      </p:sp>
      <p:sp>
        <p:nvSpPr>
          <p:cNvPr id="82" name="화살표: 오른쪽 81">
            <a:extLst>
              <a:ext uri="{FF2B5EF4-FFF2-40B4-BE49-F238E27FC236}">
                <a16:creationId xmlns:a16="http://schemas.microsoft.com/office/drawing/2014/main" id="{FF98D0B5-194C-00F5-8334-FAD338A18355}"/>
              </a:ext>
            </a:extLst>
          </p:cNvPr>
          <p:cNvSpPr/>
          <p:nvPr/>
        </p:nvSpPr>
        <p:spPr>
          <a:xfrm>
            <a:off x="4436247" y="469390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653A982F-6B3C-9A6B-0123-BD67325E861E}"/>
              </a:ext>
            </a:extLst>
          </p:cNvPr>
          <p:cNvCxnSpPr>
            <a:cxnSpLocks/>
          </p:cNvCxnSpPr>
          <p:nvPr/>
        </p:nvCxnSpPr>
        <p:spPr>
          <a:xfrm>
            <a:off x="6753733" y="4797443"/>
            <a:ext cx="23135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63">
            <a:extLst>
              <a:ext uri="{FF2B5EF4-FFF2-40B4-BE49-F238E27FC236}">
                <a16:creationId xmlns:a16="http://schemas.microsoft.com/office/drawing/2014/main" id="{87D550B4-0912-AD7D-76D4-9EC951C1708A}"/>
              </a:ext>
            </a:extLst>
          </p:cNvPr>
          <p:cNvSpPr txBox="1"/>
          <p:nvPr/>
        </p:nvSpPr>
        <p:spPr>
          <a:xfrm>
            <a:off x="7173001" y="4595529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Skip-Connection</a:t>
            </a:r>
          </a:p>
        </p:txBody>
      </p:sp>
      <p:sp>
        <p:nvSpPr>
          <p:cNvPr id="53" name="矩形 61">
            <a:extLst>
              <a:ext uri="{FF2B5EF4-FFF2-40B4-BE49-F238E27FC236}">
                <a16:creationId xmlns:a16="http://schemas.microsoft.com/office/drawing/2014/main" id="{DF680595-6FE6-214F-87C4-A75D546CE12C}"/>
              </a:ext>
            </a:extLst>
          </p:cNvPr>
          <p:cNvSpPr/>
          <p:nvPr/>
        </p:nvSpPr>
        <p:spPr>
          <a:xfrm>
            <a:off x="6592552" y="2485961"/>
            <a:ext cx="899098" cy="4366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3302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矩形 59">
            <a:extLst>
              <a:ext uri="{FF2B5EF4-FFF2-40B4-BE49-F238E27FC236}">
                <a16:creationId xmlns:a16="http://schemas.microsoft.com/office/drawing/2014/main" id="{B0C8B160-8E13-8528-E19C-01EDB0394611}"/>
              </a:ext>
            </a:extLst>
          </p:cNvPr>
          <p:cNvSpPr/>
          <p:nvPr/>
        </p:nvSpPr>
        <p:spPr>
          <a:xfrm>
            <a:off x="7979937" y="1578670"/>
            <a:ext cx="1207892" cy="13286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矩形 62">
            <a:extLst>
              <a:ext uri="{FF2B5EF4-FFF2-40B4-BE49-F238E27FC236}">
                <a16:creationId xmlns:a16="http://schemas.microsoft.com/office/drawing/2014/main" id="{90A4599C-E919-4E0D-3612-28A7152B140D}"/>
              </a:ext>
            </a:extLst>
          </p:cNvPr>
          <p:cNvSpPr/>
          <p:nvPr/>
        </p:nvSpPr>
        <p:spPr>
          <a:xfrm>
            <a:off x="2158416" y="1284190"/>
            <a:ext cx="1695704" cy="155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矩形 6">
            <a:extLst>
              <a:ext uri="{FF2B5EF4-FFF2-40B4-BE49-F238E27FC236}">
                <a16:creationId xmlns:a16="http://schemas.microsoft.com/office/drawing/2014/main" id="{43E9B3C8-E1D9-59BA-58A3-D3F297DC4005}"/>
              </a:ext>
            </a:extLst>
          </p:cNvPr>
          <p:cNvSpPr/>
          <p:nvPr/>
        </p:nvSpPr>
        <p:spPr>
          <a:xfrm>
            <a:off x="3072232" y="1562100"/>
            <a:ext cx="1207892" cy="1328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矩形 5">
            <a:extLst>
              <a:ext uri="{FF2B5EF4-FFF2-40B4-BE49-F238E27FC236}">
                <a16:creationId xmlns:a16="http://schemas.microsoft.com/office/drawing/2014/main" id="{94475708-CC72-6E36-ABA9-C935E356E25B}"/>
              </a:ext>
            </a:extLst>
          </p:cNvPr>
          <p:cNvSpPr/>
          <p:nvPr/>
        </p:nvSpPr>
        <p:spPr>
          <a:xfrm>
            <a:off x="4624315" y="2470660"/>
            <a:ext cx="899097" cy="4366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3302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矩形 11">
            <a:extLst>
              <a:ext uri="{FF2B5EF4-FFF2-40B4-BE49-F238E27FC236}">
                <a16:creationId xmlns:a16="http://schemas.microsoft.com/office/drawing/2014/main" id="{31519BA4-691D-E0DC-3D31-6ECF846EC97D}"/>
              </a:ext>
            </a:extLst>
          </p:cNvPr>
          <p:cNvSpPr/>
          <p:nvPr/>
        </p:nvSpPr>
        <p:spPr>
          <a:xfrm>
            <a:off x="8616550" y="1344567"/>
            <a:ext cx="1332257" cy="15572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矩形 13">
            <a:extLst>
              <a:ext uri="{FF2B5EF4-FFF2-40B4-BE49-F238E27FC236}">
                <a16:creationId xmlns:a16="http://schemas.microsoft.com/office/drawing/2014/main" id="{7B0C187D-66B6-5DDA-DBC3-98FE3E696CE1}"/>
              </a:ext>
            </a:extLst>
          </p:cNvPr>
          <p:cNvSpPr/>
          <p:nvPr/>
        </p:nvSpPr>
        <p:spPr>
          <a:xfrm>
            <a:off x="8957432" y="858328"/>
            <a:ext cx="2421094" cy="2014226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3175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7" name="连接符: 肘形 17">
            <a:extLst>
              <a:ext uri="{FF2B5EF4-FFF2-40B4-BE49-F238E27FC236}">
                <a16:creationId xmlns:a16="http://schemas.microsoft.com/office/drawing/2014/main" id="{A75BBD8C-2C80-8683-F795-EE850A89716F}"/>
              </a:ext>
            </a:extLst>
          </p:cNvPr>
          <p:cNvCxnSpPr>
            <a:cxnSpLocks/>
            <a:stCxn id="70" idx="0"/>
            <a:endCxn id="79" idx="0"/>
          </p:cNvCxnSpPr>
          <p:nvPr/>
        </p:nvCxnSpPr>
        <p:spPr>
          <a:xfrm rot="16200000" flipH="1">
            <a:off x="6114284" y="-1823827"/>
            <a:ext cx="60377" cy="6276411"/>
          </a:xfrm>
          <a:prstGeom prst="bentConnector3">
            <a:avLst>
              <a:gd name="adj1" fmla="val -1577587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21">
            <a:extLst>
              <a:ext uri="{FF2B5EF4-FFF2-40B4-BE49-F238E27FC236}">
                <a16:creationId xmlns:a16="http://schemas.microsoft.com/office/drawing/2014/main" id="{DF6E3C8D-40F1-2FB1-BA44-038744AC1C56}"/>
              </a:ext>
            </a:extLst>
          </p:cNvPr>
          <p:cNvCxnSpPr>
            <a:cxnSpLocks/>
            <a:stCxn id="75" idx="0"/>
            <a:endCxn id="68" idx="0"/>
          </p:cNvCxnSpPr>
          <p:nvPr/>
        </p:nvCxnSpPr>
        <p:spPr>
          <a:xfrm rot="16200000" flipH="1">
            <a:off x="6121745" y="-883467"/>
            <a:ext cx="16570" cy="4907705"/>
          </a:xfrm>
          <a:prstGeom prst="bentConnector3">
            <a:avLst>
              <a:gd name="adj1" fmla="val -4253772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25">
            <a:extLst>
              <a:ext uri="{FF2B5EF4-FFF2-40B4-BE49-F238E27FC236}">
                <a16:creationId xmlns:a16="http://schemas.microsoft.com/office/drawing/2014/main" id="{1CE4E001-0BEE-F6EA-9725-21D5CC4987B9}"/>
              </a:ext>
            </a:extLst>
          </p:cNvPr>
          <p:cNvCxnSpPr>
            <a:cxnSpLocks/>
            <a:stCxn id="102" idx="0"/>
            <a:endCxn id="104" idx="0"/>
          </p:cNvCxnSpPr>
          <p:nvPr/>
        </p:nvCxnSpPr>
        <p:spPr>
          <a:xfrm rot="5400000" flipH="1" flipV="1">
            <a:off x="6004954" y="333344"/>
            <a:ext cx="1303" cy="3505705"/>
          </a:xfrm>
          <a:prstGeom prst="bentConnector3">
            <a:avLst>
              <a:gd name="adj1" fmla="val 52732387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29">
            <a:extLst>
              <a:ext uri="{FF2B5EF4-FFF2-40B4-BE49-F238E27FC236}">
                <a16:creationId xmlns:a16="http://schemas.microsoft.com/office/drawing/2014/main" id="{51999BE3-90D6-4C3E-47CE-F175E8C3741B}"/>
              </a:ext>
            </a:extLst>
          </p:cNvPr>
          <p:cNvCxnSpPr>
            <a:cxnSpLocks/>
            <a:stCxn id="76" idx="0"/>
            <a:endCxn id="53" idx="0"/>
          </p:cNvCxnSpPr>
          <p:nvPr/>
        </p:nvCxnSpPr>
        <p:spPr>
          <a:xfrm rot="16200000" flipH="1">
            <a:off x="6050331" y="1494192"/>
            <a:ext cx="15301" cy="1968237"/>
          </a:xfrm>
          <a:prstGeom prst="bentConnector3">
            <a:avLst>
              <a:gd name="adj1" fmla="val -3839069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58">
            <a:extLst>
              <a:ext uri="{FF2B5EF4-FFF2-40B4-BE49-F238E27FC236}">
                <a16:creationId xmlns:a16="http://schemas.microsoft.com/office/drawing/2014/main" id="{12AF37E2-6879-9E1F-439F-5F7051984A0F}"/>
              </a:ext>
            </a:extLst>
          </p:cNvPr>
          <p:cNvSpPr txBox="1"/>
          <p:nvPr/>
        </p:nvSpPr>
        <p:spPr>
          <a:xfrm>
            <a:off x="2316757" y="65122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(H/4, W/4, 48)</a:t>
            </a:r>
          </a:p>
        </p:txBody>
      </p:sp>
      <p:sp>
        <p:nvSpPr>
          <p:cNvPr id="92" name="文本框 58">
            <a:extLst>
              <a:ext uri="{FF2B5EF4-FFF2-40B4-BE49-F238E27FC236}">
                <a16:creationId xmlns:a16="http://schemas.microsoft.com/office/drawing/2014/main" id="{EF48ADA8-D3A1-7B6D-E8E8-78AEDB46E001}"/>
              </a:ext>
            </a:extLst>
          </p:cNvPr>
          <p:cNvSpPr txBox="1"/>
          <p:nvPr/>
        </p:nvSpPr>
        <p:spPr>
          <a:xfrm>
            <a:off x="3010689" y="557614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(H/8, W/8, 96)</a:t>
            </a:r>
          </a:p>
        </p:txBody>
      </p:sp>
      <p:sp>
        <p:nvSpPr>
          <p:cNvPr id="93" name="文本框 58">
            <a:extLst>
              <a:ext uri="{FF2B5EF4-FFF2-40B4-BE49-F238E27FC236}">
                <a16:creationId xmlns:a16="http://schemas.microsoft.com/office/drawing/2014/main" id="{756692C8-B9F8-1EBF-F053-B270C42E28D0}"/>
              </a:ext>
            </a:extLst>
          </p:cNvPr>
          <p:cNvSpPr txBox="1"/>
          <p:nvPr/>
        </p:nvSpPr>
        <p:spPr>
          <a:xfrm>
            <a:off x="3605177" y="1162457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(H/16, W/16, 160)</a:t>
            </a:r>
          </a:p>
        </p:txBody>
      </p:sp>
      <p:sp>
        <p:nvSpPr>
          <p:cNvPr id="94" name="文本框 58">
            <a:extLst>
              <a:ext uri="{FF2B5EF4-FFF2-40B4-BE49-F238E27FC236}">
                <a16:creationId xmlns:a16="http://schemas.microsoft.com/office/drawing/2014/main" id="{AEF34578-EDA8-64D2-30A3-142A4B213370}"/>
              </a:ext>
            </a:extLst>
          </p:cNvPr>
          <p:cNvSpPr txBox="1"/>
          <p:nvPr/>
        </p:nvSpPr>
        <p:spPr>
          <a:xfrm>
            <a:off x="4438880" y="1624109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(H/32, W/32, 214)</a:t>
            </a:r>
          </a:p>
        </p:txBody>
      </p: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E3AC92B8-1EB1-4EFF-23BC-A129AD384659}"/>
              </a:ext>
            </a:extLst>
          </p:cNvPr>
          <p:cNvSpPr/>
          <p:nvPr/>
        </p:nvSpPr>
        <p:spPr>
          <a:xfrm>
            <a:off x="3858778" y="264558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화살표: 오른쪽 95">
            <a:extLst>
              <a:ext uri="{FF2B5EF4-FFF2-40B4-BE49-F238E27FC236}">
                <a16:creationId xmlns:a16="http://schemas.microsoft.com/office/drawing/2014/main" id="{6E18B659-D2D2-C64B-66BD-4818BD0ADC12}"/>
              </a:ext>
            </a:extLst>
          </p:cNvPr>
          <p:cNvSpPr/>
          <p:nvPr/>
        </p:nvSpPr>
        <p:spPr>
          <a:xfrm>
            <a:off x="3200911" y="2645585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0AB4A343-4887-2581-E44E-0572D0A83368}"/>
              </a:ext>
            </a:extLst>
          </p:cNvPr>
          <p:cNvSpPr/>
          <p:nvPr/>
        </p:nvSpPr>
        <p:spPr>
          <a:xfrm>
            <a:off x="9496459" y="2664068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E44AB53F-C99B-E5E7-B105-5A06D54EB5F0}"/>
              </a:ext>
            </a:extLst>
          </p:cNvPr>
          <p:cNvSpPr/>
          <p:nvPr/>
        </p:nvSpPr>
        <p:spPr>
          <a:xfrm>
            <a:off x="8810409" y="2653008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1A426358-EF61-0713-596C-AD3412501E52}"/>
              </a:ext>
            </a:extLst>
          </p:cNvPr>
          <p:cNvSpPr/>
          <p:nvPr/>
        </p:nvSpPr>
        <p:spPr>
          <a:xfrm>
            <a:off x="7350525" y="264034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矩形 5">
            <a:extLst>
              <a:ext uri="{FF2B5EF4-FFF2-40B4-BE49-F238E27FC236}">
                <a16:creationId xmlns:a16="http://schemas.microsoft.com/office/drawing/2014/main" id="{D442CF83-9437-C7F4-408D-3269409492B3}"/>
              </a:ext>
            </a:extLst>
          </p:cNvPr>
          <p:cNvSpPr/>
          <p:nvPr/>
        </p:nvSpPr>
        <p:spPr>
          <a:xfrm>
            <a:off x="3803204" y="2086847"/>
            <a:ext cx="899097" cy="829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3302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矩形 61">
            <a:extLst>
              <a:ext uri="{FF2B5EF4-FFF2-40B4-BE49-F238E27FC236}">
                <a16:creationId xmlns:a16="http://schemas.microsoft.com/office/drawing/2014/main" id="{DF018671-CFCD-387E-4028-43C872F129B4}"/>
              </a:ext>
            </a:extLst>
          </p:cNvPr>
          <p:cNvSpPr/>
          <p:nvPr/>
        </p:nvSpPr>
        <p:spPr>
          <a:xfrm>
            <a:off x="7308909" y="2085544"/>
            <a:ext cx="899098" cy="8294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3302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59736951-9CEB-3DFA-9315-CC3D8B4DBD81}"/>
              </a:ext>
            </a:extLst>
          </p:cNvPr>
          <p:cNvSpPr/>
          <p:nvPr/>
        </p:nvSpPr>
        <p:spPr>
          <a:xfrm>
            <a:off x="8142448" y="264868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화살표: 오른쪽 106">
            <a:extLst>
              <a:ext uri="{FF2B5EF4-FFF2-40B4-BE49-F238E27FC236}">
                <a16:creationId xmlns:a16="http://schemas.microsoft.com/office/drawing/2014/main" id="{D3648B97-1B6C-7784-6E48-535A6E1789F3}"/>
              </a:ext>
            </a:extLst>
          </p:cNvPr>
          <p:cNvSpPr/>
          <p:nvPr/>
        </p:nvSpPr>
        <p:spPr>
          <a:xfrm>
            <a:off x="2455402" y="26428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文本框 56">
            <a:extLst>
              <a:ext uri="{FF2B5EF4-FFF2-40B4-BE49-F238E27FC236}">
                <a16:creationId xmlns:a16="http://schemas.microsoft.com/office/drawing/2014/main" id="{96D6C948-D334-1E9E-4D8E-CBA6E67BD724}"/>
              </a:ext>
            </a:extLst>
          </p:cNvPr>
          <p:cNvSpPr txBox="1"/>
          <p:nvPr/>
        </p:nvSpPr>
        <p:spPr>
          <a:xfrm>
            <a:off x="8081535" y="3714312"/>
            <a:ext cx="1765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7">
            <a:extLst>
              <a:ext uri="{FF2B5EF4-FFF2-40B4-BE49-F238E27FC236}">
                <a16:creationId xmlns:a16="http://schemas.microsoft.com/office/drawing/2014/main" id="{4977D657-9A27-0EA0-FD8E-E146777C4D91}"/>
              </a:ext>
            </a:extLst>
          </p:cNvPr>
          <p:cNvSpPr/>
          <p:nvPr/>
        </p:nvSpPr>
        <p:spPr>
          <a:xfrm>
            <a:off x="7552535" y="3680282"/>
            <a:ext cx="391884" cy="406614"/>
          </a:xfrm>
          <a:prstGeom prst="rect">
            <a:avLst/>
          </a:prstGeom>
          <a:solidFill>
            <a:srgbClr val="E3AEEE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8F625646-4E80-791C-F85A-59A0F2482509}"/>
              </a:ext>
            </a:extLst>
          </p:cNvPr>
          <p:cNvSpPr/>
          <p:nvPr/>
        </p:nvSpPr>
        <p:spPr>
          <a:xfrm>
            <a:off x="4645387" y="267474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文本框 58">
            <a:extLst>
              <a:ext uri="{FF2B5EF4-FFF2-40B4-BE49-F238E27FC236}">
                <a16:creationId xmlns:a16="http://schemas.microsoft.com/office/drawing/2014/main" id="{B6738B08-E01E-2738-CA22-A4AE37E89477}"/>
              </a:ext>
            </a:extLst>
          </p:cNvPr>
          <p:cNvSpPr txBox="1"/>
          <p:nvPr/>
        </p:nvSpPr>
        <p:spPr>
          <a:xfrm>
            <a:off x="2488797" y="3077080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</a:p>
        </p:txBody>
      </p:sp>
      <p:sp>
        <p:nvSpPr>
          <p:cNvPr id="49" name="文本框 58">
            <a:extLst>
              <a:ext uri="{FF2B5EF4-FFF2-40B4-BE49-F238E27FC236}">
                <a16:creationId xmlns:a16="http://schemas.microsoft.com/office/drawing/2014/main" id="{81E62A06-451C-CCB0-34A1-5B891EDD257E}"/>
              </a:ext>
            </a:extLst>
          </p:cNvPr>
          <p:cNvSpPr txBox="1"/>
          <p:nvPr/>
        </p:nvSpPr>
        <p:spPr>
          <a:xfrm>
            <a:off x="3231196" y="30816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</p:txBody>
      </p:sp>
      <p:sp>
        <p:nvSpPr>
          <p:cNvPr id="52" name="文本框 58">
            <a:extLst>
              <a:ext uri="{FF2B5EF4-FFF2-40B4-BE49-F238E27FC236}">
                <a16:creationId xmlns:a16="http://schemas.microsoft.com/office/drawing/2014/main" id="{5DF6C462-C101-9C83-95CC-64398EF01DC6}"/>
              </a:ext>
            </a:extLst>
          </p:cNvPr>
          <p:cNvSpPr txBox="1"/>
          <p:nvPr/>
        </p:nvSpPr>
        <p:spPr>
          <a:xfrm>
            <a:off x="3933273" y="30816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54" name="文本框 58">
            <a:extLst>
              <a:ext uri="{FF2B5EF4-FFF2-40B4-BE49-F238E27FC236}">
                <a16:creationId xmlns:a16="http://schemas.microsoft.com/office/drawing/2014/main" id="{AF310B62-9ABC-FFE3-84A5-5BACF7978315}"/>
              </a:ext>
            </a:extLst>
          </p:cNvPr>
          <p:cNvSpPr txBox="1"/>
          <p:nvPr/>
        </p:nvSpPr>
        <p:spPr>
          <a:xfrm>
            <a:off x="4718673" y="308166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55" name="文本框 58">
            <a:extLst>
              <a:ext uri="{FF2B5EF4-FFF2-40B4-BE49-F238E27FC236}">
                <a16:creationId xmlns:a16="http://schemas.microsoft.com/office/drawing/2014/main" id="{43BE1499-C5A9-FEE5-1CDB-9C9C63FF6F78}"/>
              </a:ext>
            </a:extLst>
          </p:cNvPr>
          <p:cNvSpPr txBox="1"/>
          <p:nvPr/>
        </p:nvSpPr>
        <p:spPr>
          <a:xfrm>
            <a:off x="5850093" y="3086316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56" name="矩形 10">
            <a:extLst>
              <a:ext uri="{FF2B5EF4-FFF2-40B4-BE49-F238E27FC236}">
                <a16:creationId xmlns:a16="http://schemas.microsoft.com/office/drawing/2014/main" id="{7753B860-9838-784D-C1BF-3A4105F36C72}"/>
              </a:ext>
            </a:extLst>
          </p:cNvPr>
          <p:cNvSpPr/>
          <p:nvPr/>
        </p:nvSpPr>
        <p:spPr>
          <a:xfrm>
            <a:off x="5448615" y="2542464"/>
            <a:ext cx="558137" cy="3494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</a:effectLst>
          <a:scene3d>
            <a:camera prst="isometricOffAxis1Left">
              <a:rot lat="900000" lon="6600000" rev="0"/>
            </a:camera>
            <a:lightRig rig="flat" dir="t"/>
          </a:scene3d>
          <a:sp3d extrusionH="882650" contourW="12700" prstMaterial="matte">
            <a:bevelT w="0" h="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DF666021-9916-74E0-FD33-BA787DD0649A}"/>
              </a:ext>
            </a:extLst>
          </p:cNvPr>
          <p:cNvSpPr/>
          <p:nvPr/>
        </p:nvSpPr>
        <p:spPr>
          <a:xfrm>
            <a:off x="5414022" y="27021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FEEF9DEC-BB9F-A788-10A2-93DA39B89647}"/>
              </a:ext>
            </a:extLst>
          </p:cNvPr>
          <p:cNvSpPr/>
          <p:nvPr/>
        </p:nvSpPr>
        <p:spPr>
          <a:xfrm>
            <a:off x="6634168" y="2675651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文本框 58">
            <a:extLst>
              <a:ext uri="{FF2B5EF4-FFF2-40B4-BE49-F238E27FC236}">
                <a16:creationId xmlns:a16="http://schemas.microsoft.com/office/drawing/2014/main" id="{3ABC56CD-D448-38C4-E24C-63D75D7BC628}"/>
              </a:ext>
            </a:extLst>
          </p:cNvPr>
          <p:cNvSpPr txBox="1"/>
          <p:nvPr/>
        </p:nvSpPr>
        <p:spPr>
          <a:xfrm>
            <a:off x="5086628" y="2134708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(H/64, W/64, 320)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CD4F04B-DA19-0326-0558-439BEC6DB4C5}"/>
              </a:ext>
            </a:extLst>
          </p:cNvPr>
          <p:cNvSpPr/>
          <p:nvPr/>
        </p:nvSpPr>
        <p:spPr>
          <a:xfrm>
            <a:off x="4507455" y="118720"/>
            <a:ext cx="3274033" cy="4361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Transoformer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694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AD9A-04E6-C61B-3C50-0DE0C61E1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8">
            <a:extLst>
              <a:ext uri="{FF2B5EF4-FFF2-40B4-BE49-F238E27FC236}">
                <a16:creationId xmlns:a16="http://schemas.microsoft.com/office/drawing/2014/main" id="{BDFE7BC0-7D7C-1CBE-7914-5FCFE595DF9E}"/>
              </a:ext>
            </a:extLst>
          </p:cNvPr>
          <p:cNvSpPr/>
          <p:nvPr/>
        </p:nvSpPr>
        <p:spPr>
          <a:xfrm>
            <a:off x="1837557" y="2107715"/>
            <a:ext cx="360000" cy="1944000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矩形 61">
            <a:extLst>
              <a:ext uri="{FF2B5EF4-FFF2-40B4-BE49-F238E27FC236}">
                <a16:creationId xmlns:a16="http://schemas.microsoft.com/office/drawing/2014/main" id="{B9FD8872-970C-6DAA-BE90-943C3156236E}"/>
              </a:ext>
            </a:extLst>
          </p:cNvPr>
          <p:cNvSpPr/>
          <p:nvPr/>
        </p:nvSpPr>
        <p:spPr>
          <a:xfrm>
            <a:off x="6830757" y="3620913"/>
            <a:ext cx="360000" cy="4366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矩形 59">
            <a:extLst>
              <a:ext uri="{FF2B5EF4-FFF2-40B4-BE49-F238E27FC236}">
                <a16:creationId xmlns:a16="http://schemas.microsoft.com/office/drawing/2014/main" id="{7A715CA0-8247-BE26-699B-6FD191783365}"/>
              </a:ext>
            </a:extLst>
          </p:cNvPr>
          <p:cNvSpPr/>
          <p:nvPr/>
        </p:nvSpPr>
        <p:spPr>
          <a:xfrm>
            <a:off x="8236236" y="2722445"/>
            <a:ext cx="360000" cy="13286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矩形 62">
            <a:extLst>
              <a:ext uri="{FF2B5EF4-FFF2-40B4-BE49-F238E27FC236}">
                <a16:creationId xmlns:a16="http://schemas.microsoft.com/office/drawing/2014/main" id="{D03C94E2-D226-E2C4-432E-A5C78073C0E0}"/>
              </a:ext>
            </a:extLst>
          </p:cNvPr>
          <p:cNvSpPr/>
          <p:nvPr/>
        </p:nvSpPr>
        <p:spPr>
          <a:xfrm>
            <a:off x="2586466" y="2504263"/>
            <a:ext cx="360000" cy="155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矩形 6">
            <a:extLst>
              <a:ext uri="{FF2B5EF4-FFF2-40B4-BE49-F238E27FC236}">
                <a16:creationId xmlns:a16="http://schemas.microsoft.com/office/drawing/2014/main" id="{F7FE858B-BBB2-6EBD-A214-7C427187657A}"/>
              </a:ext>
            </a:extLst>
          </p:cNvPr>
          <p:cNvSpPr/>
          <p:nvPr/>
        </p:nvSpPr>
        <p:spPr>
          <a:xfrm>
            <a:off x="3275270" y="2723075"/>
            <a:ext cx="360000" cy="1328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矩形 5">
            <a:extLst>
              <a:ext uri="{FF2B5EF4-FFF2-40B4-BE49-F238E27FC236}">
                <a16:creationId xmlns:a16="http://schemas.microsoft.com/office/drawing/2014/main" id="{6C43DEED-6A0F-51DB-CAB5-0BD61BB037DB}"/>
              </a:ext>
            </a:extLst>
          </p:cNvPr>
          <p:cNvSpPr/>
          <p:nvPr/>
        </p:nvSpPr>
        <p:spPr>
          <a:xfrm>
            <a:off x="4738453" y="3631635"/>
            <a:ext cx="360000" cy="4366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矩形 11">
            <a:extLst>
              <a:ext uri="{FF2B5EF4-FFF2-40B4-BE49-F238E27FC236}">
                <a16:creationId xmlns:a16="http://schemas.microsoft.com/office/drawing/2014/main" id="{FDEF877D-8FE4-C73E-79B9-8116BCF72E17}"/>
              </a:ext>
            </a:extLst>
          </p:cNvPr>
          <p:cNvSpPr/>
          <p:nvPr/>
        </p:nvSpPr>
        <p:spPr>
          <a:xfrm>
            <a:off x="8861297" y="2513470"/>
            <a:ext cx="360000" cy="15572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7" name="连接符: 肘形 17">
            <a:extLst>
              <a:ext uri="{FF2B5EF4-FFF2-40B4-BE49-F238E27FC236}">
                <a16:creationId xmlns:a16="http://schemas.microsoft.com/office/drawing/2014/main" id="{3737EB60-BDE6-21ED-E865-A2E12372BC7A}"/>
              </a:ext>
            </a:extLst>
          </p:cNvPr>
          <p:cNvCxnSpPr>
            <a:cxnSpLocks/>
            <a:stCxn id="70" idx="0"/>
            <a:endCxn id="79" idx="0"/>
          </p:cNvCxnSpPr>
          <p:nvPr/>
        </p:nvCxnSpPr>
        <p:spPr>
          <a:xfrm rot="16200000" flipH="1">
            <a:off x="5899277" y="-628549"/>
            <a:ext cx="9207" cy="6274831"/>
          </a:xfrm>
          <a:prstGeom prst="bentConnector3">
            <a:avLst>
              <a:gd name="adj1" fmla="val -12156500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21">
            <a:extLst>
              <a:ext uri="{FF2B5EF4-FFF2-40B4-BE49-F238E27FC236}">
                <a16:creationId xmlns:a16="http://schemas.microsoft.com/office/drawing/2014/main" id="{1955F047-2C7F-28A7-B7DB-A3A09ED83966}"/>
              </a:ext>
            </a:extLst>
          </p:cNvPr>
          <p:cNvCxnSpPr>
            <a:cxnSpLocks/>
            <a:stCxn id="75" idx="0"/>
            <a:endCxn id="68" idx="0"/>
          </p:cNvCxnSpPr>
          <p:nvPr/>
        </p:nvCxnSpPr>
        <p:spPr>
          <a:xfrm rot="5400000" flipH="1" flipV="1">
            <a:off x="5935438" y="242277"/>
            <a:ext cx="630" cy="4960966"/>
          </a:xfrm>
          <a:prstGeom prst="bentConnector3">
            <a:avLst>
              <a:gd name="adj1" fmla="val 138174127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25">
            <a:extLst>
              <a:ext uri="{FF2B5EF4-FFF2-40B4-BE49-F238E27FC236}">
                <a16:creationId xmlns:a16="http://schemas.microsoft.com/office/drawing/2014/main" id="{9F8E05F4-9BC1-63FF-0454-8893CCF7C8D1}"/>
              </a:ext>
            </a:extLst>
          </p:cNvPr>
          <p:cNvCxnSpPr>
            <a:cxnSpLocks/>
            <a:stCxn id="102" idx="0"/>
            <a:endCxn id="104" idx="0"/>
          </p:cNvCxnSpPr>
          <p:nvPr/>
        </p:nvCxnSpPr>
        <p:spPr>
          <a:xfrm rot="5400000" flipH="1" flipV="1">
            <a:off x="5975702" y="1471010"/>
            <a:ext cx="52" cy="3553572"/>
          </a:xfrm>
          <a:prstGeom prst="bentConnector3">
            <a:avLst>
              <a:gd name="adj1" fmla="val 1558736538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29">
            <a:extLst>
              <a:ext uri="{FF2B5EF4-FFF2-40B4-BE49-F238E27FC236}">
                <a16:creationId xmlns:a16="http://schemas.microsoft.com/office/drawing/2014/main" id="{E51A8474-91E0-C5D3-9A19-568C28C40522}"/>
              </a:ext>
            </a:extLst>
          </p:cNvPr>
          <p:cNvCxnSpPr>
            <a:cxnSpLocks/>
            <a:stCxn id="76" idx="0"/>
            <a:endCxn id="53" idx="0"/>
          </p:cNvCxnSpPr>
          <p:nvPr/>
        </p:nvCxnSpPr>
        <p:spPr>
          <a:xfrm rot="5400000" flipH="1" flipV="1">
            <a:off x="5959244" y="2580122"/>
            <a:ext cx="10722" cy="2092304"/>
          </a:xfrm>
          <a:prstGeom prst="bentConnector3">
            <a:avLst>
              <a:gd name="adj1" fmla="val 5222496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EAA6E100-E25F-FA35-C53A-30AB4C9A78E7}"/>
              </a:ext>
            </a:extLst>
          </p:cNvPr>
          <p:cNvSpPr/>
          <p:nvPr/>
        </p:nvSpPr>
        <p:spPr>
          <a:xfrm>
            <a:off x="3693678" y="369968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화살표: 오른쪽 95">
            <a:extLst>
              <a:ext uri="{FF2B5EF4-FFF2-40B4-BE49-F238E27FC236}">
                <a16:creationId xmlns:a16="http://schemas.microsoft.com/office/drawing/2014/main" id="{58BD49B8-2173-AB4A-54BD-58C24307C7E3}"/>
              </a:ext>
            </a:extLst>
          </p:cNvPr>
          <p:cNvSpPr/>
          <p:nvPr/>
        </p:nvSpPr>
        <p:spPr>
          <a:xfrm>
            <a:off x="3035811" y="3699685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E0CBE8E8-823D-D034-022F-BB20737B3E96}"/>
              </a:ext>
            </a:extLst>
          </p:cNvPr>
          <p:cNvSpPr/>
          <p:nvPr/>
        </p:nvSpPr>
        <p:spPr>
          <a:xfrm>
            <a:off x="9331359" y="3718168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60A232AF-D9F3-835E-4F05-2BA38BC2531E}"/>
              </a:ext>
            </a:extLst>
          </p:cNvPr>
          <p:cNvSpPr/>
          <p:nvPr/>
        </p:nvSpPr>
        <p:spPr>
          <a:xfrm>
            <a:off x="8645309" y="3707108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46160DF8-BDF4-8A4A-C711-EDD3EE8482FC}"/>
              </a:ext>
            </a:extLst>
          </p:cNvPr>
          <p:cNvSpPr/>
          <p:nvPr/>
        </p:nvSpPr>
        <p:spPr>
          <a:xfrm>
            <a:off x="7236225" y="369444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矩形 5">
            <a:extLst>
              <a:ext uri="{FF2B5EF4-FFF2-40B4-BE49-F238E27FC236}">
                <a16:creationId xmlns:a16="http://schemas.microsoft.com/office/drawing/2014/main" id="{144082CC-BC72-B0DA-BC04-4F51AC177D17}"/>
              </a:ext>
            </a:extLst>
          </p:cNvPr>
          <p:cNvSpPr/>
          <p:nvPr/>
        </p:nvSpPr>
        <p:spPr>
          <a:xfrm>
            <a:off x="4018942" y="3247822"/>
            <a:ext cx="360000" cy="829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矩形 61">
            <a:extLst>
              <a:ext uri="{FF2B5EF4-FFF2-40B4-BE49-F238E27FC236}">
                <a16:creationId xmlns:a16="http://schemas.microsoft.com/office/drawing/2014/main" id="{15A55C90-D087-FEA2-4F98-B4969A44CCEF}"/>
              </a:ext>
            </a:extLst>
          </p:cNvPr>
          <p:cNvSpPr/>
          <p:nvPr/>
        </p:nvSpPr>
        <p:spPr>
          <a:xfrm>
            <a:off x="7572514" y="3247770"/>
            <a:ext cx="360000" cy="8294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A556E534-8764-2447-1768-FFB8D3BB7D0E}"/>
              </a:ext>
            </a:extLst>
          </p:cNvPr>
          <p:cNvSpPr/>
          <p:nvPr/>
        </p:nvSpPr>
        <p:spPr>
          <a:xfrm>
            <a:off x="7977348" y="370278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화살표: 오른쪽 106">
            <a:extLst>
              <a:ext uri="{FF2B5EF4-FFF2-40B4-BE49-F238E27FC236}">
                <a16:creationId xmlns:a16="http://schemas.microsoft.com/office/drawing/2014/main" id="{BB1DF1A8-3821-293D-0A89-EC07915EF335}"/>
              </a:ext>
            </a:extLst>
          </p:cNvPr>
          <p:cNvSpPr/>
          <p:nvPr/>
        </p:nvSpPr>
        <p:spPr>
          <a:xfrm>
            <a:off x="2290302" y="36969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E8A2F40F-B608-E065-9446-0DB01DE6A2C2}"/>
              </a:ext>
            </a:extLst>
          </p:cNvPr>
          <p:cNvSpPr/>
          <p:nvPr/>
        </p:nvSpPr>
        <p:spPr>
          <a:xfrm>
            <a:off x="4442187" y="372884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文本框 58">
            <a:extLst>
              <a:ext uri="{FF2B5EF4-FFF2-40B4-BE49-F238E27FC236}">
                <a16:creationId xmlns:a16="http://schemas.microsoft.com/office/drawing/2014/main" id="{AA673666-D1FB-DD9A-DD3B-F29A104EB714}"/>
              </a:ext>
            </a:extLst>
          </p:cNvPr>
          <p:cNvSpPr txBox="1"/>
          <p:nvPr/>
        </p:nvSpPr>
        <p:spPr>
          <a:xfrm>
            <a:off x="2323697" y="4131180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</a:p>
        </p:txBody>
      </p:sp>
      <p:sp>
        <p:nvSpPr>
          <p:cNvPr id="49" name="文本框 58">
            <a:extLst>
              <a:ext uri="{FF2B5EF4-FFF2-40B4-BE49-F238E27FC236}">
                <a16:creationId xmlns:a16="http://schemas.microsoft.com/office/drawing/2014/main" id="{B72FD299-B48C-E172-6D01-BF898062E6B2}"/>
              </a:ext>
            </a:extLst>
          </p:cNvPr>
          <p:cNvSpPr txBox="1"/>
          <p:nvPr/>
        </p:nvSpPr>
        <p:spPr>
          <a:xfrm>
            <a:off x="3066096" y="41357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</p:txBody>
      </p:sp>
      <p:sp>
        <p:nvSpPr>
          <p:cNvPr id="52" name="文本框 58">
            <a:extLst>
              <a:ext uri="{FF2B5EF4-FFF2-40B4-BE49-F238E27FC236}">
                <a16:creationId xmlns:a16="http://schemas.microsoft.com/office/drawing/2014/main" id="{5FEDBFDD-0D85-9712-1DF9-0AA0E1173A69}"/>
              </a:ext>
            </a:extLst>
          </p:cNvPr>
          <p:cNvSpPr txBox="1"/>
          <p:nvPr/>
        </p:nvSpPr>
        <p:spPr>
          <a:xfrm>
            <a:off x="3768173" y="41357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54" name="文本框 58">
            <a:extLst>
              <a:ext uri="{FF2B5EF4-FFF2-40B4-BE49-F238E27FC236}">
                <a16:creationId xmlns:a16="http://schemas.microsoft.com/office/drawing/2014/main" id="{5A9AF762-FE84-A30E-BADA-6808D2FDFF41}"/>
              </a:ext>
            </a:extLst>
          </p:cNvPr>
          <p:cNvSpPr txBox="1"/>
          <p:nvPr/>
        </p:nvSpPr>
        <p:spPr>
          <a:xfrm>
            <a:off x="4553573" y="413576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55" name="文本框 58">
            <a:extLst>
              <a:ext uri="{FF2B5EF4-FFF2-40B4-BE49-F238E27FC236}">
                <a16:creationId xmlns:a16="http://schemas.microsoft.com/office/drawing/2014/main" id="{DA4DE010-F24B-7664-876D-46204F3E0E38}"/>
              </a:ext>
            </a:extLst>
          </p:cNvPr>
          <p:cNvSpPr txBox="1"/>
          <p:nvPr/>
        </p:nvSpPr>
        <p:spPr>
          <a:xfrm>
            <a:off x="5574843" y="4131179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56" name="矩形 10">
            <a:extLst>
              <a:ext uri="{FF2B5EF4-FFF2-40B4-BE49-F238E27FC236}">
                <a16:creationId xmlns:a16="http://schemas.microsoft.com/office/drawing/2014/main" id="{054D37DC-7A66-040D-3B14-14B8FA496A0D}"/>
              </a:ext>
            </a:extLst>
          </p:cNvPr>
          <p:cNvSpPr/>
          <p:nvPr/>
        </p:nvSpPr>
        <p:spPr>
          <a:xfrm>
            <a:off x="5645827" y="3701896"/>
            <a:ext cx="720000" cy="3494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</a:effectLst>
          <a:scene3d>
            <a:camera prst="isometricOffAxis1Left">
              <a:rot lat="0" lon="0" rev="0"/>
            </a:camera>
            <a:lightRig rig="flat" dir="t"/>
          </a:scene3d>
          <a:sp3d extrusionH="882650" contourW="12700" prstMaterial="matte">
            <a:bevelT w="0" h="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9A150E33-FA70-9E77-2772-19CCAF27D232}"/>
              </a:ext>
            </a:extLst>
          </p:cNvPr>
          <p:cNvSpPr/>
          <p:nvPr/>
        </p:nvSpPr>
        <p:spPr>
          <a:xfrm>
            <a:off x="5172722" y="37562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9AAEE078-9A8D-9B8B-207B-DD032FE74588}"/>
              </a:ext>
            </a:extLst>
          </p:cNvPr>
          <p:cNvSpPr/>
          <p:nvPr/>
        </p:nvSpPr>
        <p:spPr>
          <a:xfrm>
            <a:off x="6494468" y="3729751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文本框 58">
            <a:extLst>
              <a:ext uri="{FF2B5EF4-FFF2-40B4-BE49-F238E27FC236}">
                <a16:creationId xmlns:a16="http://schemas.microsoft.com/office/drawing/2014/main" id="{49C436C9-A94D-7D4A-6090-3BA1AD210976}"/>
              </a:ext>
            </a:extLst>
          </p:cNvPr>
          <p:cNvSpPr txBox="1"/>
          <p:nvPr/>
        </p:nvSpPr>
        <p:spPr>
          <a:xfrm>
            <a:off x="2241273" y="4768412"/>
            <a:ext cx="2767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 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</a:p>
        </p:txBody>
      </p:sp>
      <p:sp>
        <p:nvSpPr>
          <p:cNvPr id="14" name="矩形 60">
            <a:extLst>
              <a:ext uri="{FF2B5EF4-FFF2-40B4-BE49-F238E27FC236}">
                <a16:creationId xmlns:a16="http://schemas.microsoft.com/office/drawing/2014/main" id="{A8E06EED-ADA6-7CC3-2DBF-133C82ADD737}"/>
              </a:ext>
            </a:extLst>
          </p:cNvPr>
          <p:cNvSpPr/>
          <p:nvPr/>
        </p:nvSpPr>
        <p:spPr>
          <a:xfrm>
            <a:off x="1997278" y="4734382"/>
            <a:ext cx="144000" cy="406614"/>
          </a:xfrm>
          <a:prstGeom prst="rect">
            <a:avLst/>
          </a:prstGeom>
          <a:solidFill>
            <a:srgbClr val="B4C7E7"/>
          </a:solidFill>
          <a:scene3d>
            <a:camera prst="isometricOffAxis1Left">
              <a:rot lat="0" lon="0" rev="0"/>
            </a:camera>
            <a:lightRig rig="flat" dir="t"/>
          </a:scene3d>
          <a:sp3d extrusionH="120650" contourW="12700" prstMaterial="matte">
            <a:extrusionClr>
              <a:srgbClr val="B4C7E7"/>
            </a:extrusionClr>
            <a:contourClr>
              <a:srgbClr val="4062A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63">
            <a:extLst>
              <a:ext uri="{FF2B5EF4-FFF2-40B4-BE49-F238E27FC236}">
                <a16:creationId xmlns:a16="http://schemas.microsoft.com/office/drawing/2014/main" id="{F0A9FF64-050E-9856-5DBC-8841B723127A}"/>
              </a:ext>
            </a:extLst>
          </p:cNvPr>
          <p:cNvSpPr txBox="1"/>
          <p:nvPr/>
        </p:nvSpPr>
        <p:spPr>
          <a:xfrm>
            <a:off x="5537462" y="4771877"/>
            <a:ext cx="2767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Decoder: 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</a:p>
        </p:txBody>
      </p:sp>
      <p:sp>
        <p:nvSpPr>
          <p:cNvPr id="16" name="矩形 64">
            <a:extLst>
              <a:ext uri="{FF2B5EF4-FFF2-40B4-BE49-F238E27FC236}">
                <a16:creationId xmlns:a16="http://schemas.microsoft.com/office/drawing/2014/main" id="{67B1E424-DD15-E58B-FD63-0CC738AE3C01}"/>
              </a:ext>
            </a:extLst>
          </p:cNvPr>
          <p:cNvSpPr/>
          <p:nvPr/>
        </p:nvSpPr>
        <p:spPr>
          <a:xfrm>
            <a:off x="5293467" y="4737847"/>
            <a:ext cx="144000" cy="406614"/>
          </a:xfrm>
          <a:prstGeom prst="rect">
            <a:avLst/>
          </a:prstGeom>
          <a:solidFill>
            <a:srgbClr val="F5B7BF"/>
          </a:solidFill>
          <a:ln>
            <a:solidFill>
              <a:srgbClr val="F5B7BF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20650" contourW="12700" prstMaterial="matte">
            <a:extrusionClr>
              <a:srgbClr val="F5B7BF"/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63">
            <a:extLst>
              <a:ext uri="{FF2B5EF4-FFF2-40B4-BE49-F238E27FC236}">
                <a16:creationId xmlns:a16="http://schemas.microsoft.com/office/drawing/2014/main" id="{AD9B3E56-F940-0BF0-52D3-979E8BD1F462}"/>
              </a:ext>
            </a:extLst>
          </p:cNvPr>
          <p:cNvSpPr txBox="1"/>
          <p:nvPr/>
        </p:nvSpPr>
        <p:spPr>
          <a:xfrm>
            <a:off x="2445621" y="5429948"/>
            <a:ext cx="1494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Down-Sample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4E2980F9-5A89-6909-B332-EB319D3AA125}"/>
              </a:ext>
            </a:extLst>
          </p:cNvPr>
          <p:cNvSpPr/>
          <p:nvPr/>
        </p:nvSpPr>
        <p:spPr>
          <a:xfrm>
            <a:off x="1996981" y="5528325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文本框 63">
            <a:extLst>
              <a:ext uri="{FF2B5EF4-FFF2-40B4-BE49-F238E27FC236}">
                <a16:creationId xmlns:a16="http://schemas.microsoft.com/office/drawing/2014/main" id="{D1A9231D-C7B7-16B0-7BCE-82D5637466E3}"/>
              </a:ext>
            </a:extLst>
          </p:cNvPr>
          <p:cNvSpPr txBox="1"/>
          <p:nvPr/>
        </p:nvSpPr>
        <p:spPr>
          <a:xfrm>
            <a:off x="4814791" y="5423998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Up-Sample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08C119C0-92FD-E14B-08D1-0F183BC60C19}"/>
              </a:ext>
            </a:extLst>
          </p:cNvPr>
          <p:cNvSpPr/>
          <p:nvPr/>
        </p:nvSpPr>
        <p:spPr>
          <a:xfrm>
            <a:off x="4366152" y="5522375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6528BCF-696D-F634-4C76-904A1417104E}"/>
              </a:ext>
            </a:extLst>
          </p:cNvPr>
          <p:cNvCxnSpPr>
            <a:cxnSpLocks/>
          </p:cNvCxnSpPr>
          <p:nvPr/>
        </p:nvCxnSpPr>
        <p:spPr>
          <a:xfrm>
            <a:off x="6683638" y="5625912"/>
            <a:ext cx="23135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63">
            <a:extLst>
              <a:ext uri="{FF2B5EF4-FFF2-40B4-BE49-F238E27FC236}">
                <a16:creationId xmlns:a16="http://schemas.microsoft.com/office/drawing/2014/main" id="{5E0B1880-A09C-2CC5-3FAE-2E8748D347DB}"/>
              </a:ext>
            </a:extLst>
          </p:cNvPr>
          <p:cNvSpPr txBox="1"/>
          <p:nvPr/>
        </p:nvSpPr>
        <p:spPr>
          <a:xfrm>
            <a:off x="7007901" y="5423998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Skip-Connection</a:t>
            </a:r>
          </a:p>
        </p:txBody>
      </p:sp>
      <p:sp>
        <p:nvSpPr>
          <p:cNvPr id="28" name="文本框 58">
            <a:extLst>
              <a:ext uri="{FF2B5EF4-FFF2-40B4-BE49-F238E27FC236}">
                <a16:creationId xmlns:a16="http://schemas.microsoft.com/office/drawing/2014/main" id="{79C8842F-DB26-008A-DD8A-C1A75A692D14}"/>
              </a:ext>
            </a:extLst>
          </p:cNvPr>
          <p:cNvSpPr txBox="1"/>
          <p:nvPr/>
        </p:nvSpPr>
        <p:spPr>
          <a:xfrm>
            <a:off x="2799886" y="1100062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(H/2, W/2, D/2, 16)</a:t>
            </a:r>
          </a:p>
        </p:txBody>
      </p:sp>
      <p:sp>
        <p:nvSpPr>
          <p:cNvPr id="29" name="文本框 58">
            <a:extLst>
              <a:ext uri="{FF2B5EF4-FFF2-40B4-BE49-F238E27FC236}">
                <a16:creationId xmlns:a16="http://schemas.microsoft.com/office/drawing/2014/main" id="{67E1A927-2C5B-D4D7-BF2A-36912D0DA6AD}"/>
              </a:ext>
            </a:extLst>
          </p:cNvPr>
          <p:cNvSpPr txBox="1"/>
          <p:nvPr/>
        </p:nvSpPr>
        <p:spPr>
          <a:xfrm>
            <a:off x="3422153" y="1581436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(H/4, W/4, D/4, 32)</a:t>
            </a:r>
          </a:p>
        </p:txBody>
      </p:sp>
      <p:sp>
        <p:nvSpPr>
          <p:cNvPr id="30" name="文本框 58">
            <a:extLst>
              <a:ext uri="{FF2B5EF4-FFF2-40B4-BE49-F238E27FC236}">
                <a16:creationId xmlns:a16="http://schemas.microsoft.com/office/drawing/2014/main" id="{87985387-4EE8-FC51-63A9-454042D871DE}"/>
              </a:ext>
            </a:extLst>
          </p:cNvPr>
          <p:cNvSpPr txBox="1"/>
          <p:nvPr/>
        </p:nvSpPr>
        <p:spPr>
          <a:xfrm>
            <a:off x="4179929" y="2142081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(H/8, W/8, 64)</a:t>
            </a:r>
          </a:p>
        </p:txBody>
      </p:sp>
      <p:sp>
        <p:nvSpPr>
          <p:cNvPr id="31" name="文本框 58">
            <a:extLst>
              <a:ext uri="{FF2B5EF4-FFF2-40B4-BE49-F238E27FC236}">
                <a16:creationId xmlns:a16="http://schemas.microsoft.com/office/drawing/2014/main" id="{DF095411-560D-070B-FC1A-A67F537F0C74}"/>
              </a:ext>
            </a:extLst>
          </p:cNvPr>
          <p:cNvSpPr txBox="1"/>
          <p:nvPr/>
        </p:nvSpPr>
        <p:spPr>
          <a:xfrm>
            <a:off x="4857194" y="2746123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(H/16, W/16,  128)</a:t>
            </a:r>
          </a:p>
        </p:txBody>
      </p:sp>
      <p:sp>
        <p:nvSpPr>
          <p:cNvPr id="32" name="文本框 58">
            <a:extLst>
              <a:ext uri="{FF2B5EF4-FFF2-40B4-BE49-F238E27FC236}">
                <a16:creationId xmlns:a16="http://schemas.microsoft.com/office/drawing/2014/main" id="{ADD0EAF6-F7AC-E82E-CA8E-06F6483F2391}"/>
              </a:ext>
            </a:extLst>
          </p:cNvPr>
          <p:cNvSpPr txBox="1"/>
          <p:nvPr/>
        </p:nvSpPr>
        <p:spPr>
          <a:xfrm>
            <a:off x="4864508" y="3373020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(H/16, W/16, 256)</a:t>
            </a:r>
          </a:p>
        </p:txBody>
      </p:sp>
      <p:sp>
        <p:nvSpPr>
          <p:cNvPr id="33" name="文本框 56">
            <a:extLst>
              <a:ext uri="{FF2B5EF4-FFF2-40B4-BE49-F238E27FC236}">
                <a16:creationId xmlns:a16="http://schemas.microsoft.com/office/drawing/2014/main" id="{4F6DBC9C-305A-6C5F-C0BA-BFBACF9E8BCE}"/>
              </a:ext>
            </a:extLst>
          </p:cNvPr>
          <p:cNvSpPr txBox="1"/>
          <p:nvPr/>
        </p:nvSpPr>
        <p:spPr>
          <a:xfrm>
            <a:off x="8618235" y="4768412"/>
            <a:ext cx="1765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Inpout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/Output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57">
            <a:extLst>
              <a:ext uri="{FF2B5EF4-FFF2-40B4-BE49-F238E27FC236}">
                <a16:creationId xmlns:a16="http://schemas.microsoft.com/office/drawing/2014/main" id="{63FFDF22-5C1C-5755-93B1-D8BC3F41D9D0}"/>
              </a:ext>
            </a:extLst>
          </p:cNvPr>
          <p:cNvSpPr/>
          <p:nvPr/>
        </p:nvSpPr>
        <p:spPr>
          <a:xfrm>
            <a:off x="8374240" y="4734382"/>
            <a:ext cx="144000" cy="406614"/>
          </a:xfrm>
          <a:prstGeom prst="rect">
            <a:avLst/>
          </a:prstGeom>
          <a:solidFill>
            <a:srgbClr val="E3AEEE"/>
          </a:solidFill>
          <a:scene3d>
            <a:camera prst="isometricOffAxis1Left">
              <a:rot lat="0" lon="0" rev="0"/>
            </a:camera>
            <a:lightRig rig="flat" dir="t"/>
          </a:scene3d>
          <a:sp3d extrusionH="120650" contourW="12700" prstMaterial="matte"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58">
            <a:extLst>
              <a:ext uri="{FF2B5EF4-FFF2-40B4-BE49-F238E27FC236}">
                <a16:creationId xmlns:a16="http://schemas.microsoft.com/office/drawing/2014/main" id="{7E901FE7-147F-A569-C12D-7D1CD3FC640B}"/>
              </a:ext>
            </a:extLst>
          </p:cNvPr>
          <p:cNvSpPr txBox="1"/>
          <p:nvPr/>
        </p:nvSpPr>
        <p:spPr>
          <a:xfrm>
            <a:off x="6494468" y="4146287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36" name="文本框 58">
            <a:extLst>
              <a:ext uri="{FF2B5EF4-FFF2-40B4-BE49-F238E27FC236}">
                <a16:creationId xmlns:a16="http://schemas.microsoft.com/office/drawing/2014/main" id="{A5E6E188-3023-6B1B-2487-4A708F96F0B4}"/>
              </a:ext>
            </a:extLst>
          </p:cNvPr>
          <p:cNvSpPr txBox="1"/>
          <p:nvPr/>
        </p:nvSpPr>
        <p:spPr>
          <a:xfrm>
            <a:off x="7279868" y="4146287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37" name="文本框 58">
            <a:extLst>
              <a:ext uri="{FF2B5EF4-FFF2-40B4-BE49-F238E27FC236}">
                <a16:creationId xmlns:a16="http://schemas.microsoft.com/office/drawing/2014/main" id="{FFD051B2-DB15-E525-36B1-4E3B12DC89EF}"/>
              </a:ext>
            </a:extLst>
          </p:cNvPr>
          <p:cNvSpPr txBox="1"/>
          <p:nvPr/>
        </p:nvSpPr>
        <p:spPr>
          <a:xfrm>
            <a:off x="8045049" y="4165146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</p:txBody>
      </p:sp>
      <p:sp>
        <p:nvSpPr>
          <p:cNvPr id="38" name="文本框 58">
            <a:extLst>
              <a:ext uri="{FF2B5EF4-FFF2-40B4-BE49-F238E27FC236}">
                <a16:creationId xmlns:a16="http://schemas.microsoft.com/office/drawing/2014/main" id="{0E97F8E8-5693-F994-D0B0-7925F297F226}"/>
              </a:ext>
            </a:extLst>
          </p:cNvPr>
          <p:cNvSpPr txBox="1"/>
          <p:nvPr/>
        </p:nvSpPr>
        <p:spPr>
          <a:xfrm>
            <a:off x="8724344" y="4131179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</a:p>
        </p:txBody>
      </p:sp>
      <p:sp>
        <p:nvSpPr>
          <p:cNvPr id="39" name="文本框 58">
            <a:extLst>
              <a:ext uri="{FF2B5EF4-FFF2-40B4-BE49-F238E27FC236}">
                <a16:creationId xmlns:a16="http://schemas.microsoft.com/office/drawing/2014/main" id="{7CC8BB4C-64C0-0C93-1D6F-C44C25EEDD42}"/>
              </a:ext>
            </a:extLst>
          </p:cNvPr>
          <p:cNvSpPr txBox="1"/>
          <p:nvPr/>
        </p:nvSpPr>
        <p:spPr>
          <a:xfrm>
            <a:off x="1538297" y="418260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</a:p>
        </p:txBody>
      </p:sp>
      <p:sp>
        <p:nvSpPr>
          <p:cNvPr id="40" name="文本框 58">
            <a:extLst>
              <a:ext uri="{FF2B5EF4-FFF2-40B4-BE49-F238E27FC236}">
                <a16:creationId xmlns:a16="http://schemas.microsoft.com/office/drawing/2014/main" id="{C557D380-5B80-297A-E9B0-36C2A584FDEE}"/>
              </a:ext>
            </a:extLst>
          </p:cNvPr>
          <p:cNvSpPr txBox="1"/>
          <p:nvPr/>
        </p:nvSpPr>
        <p:spPr>
          <a:xfrm>
            <a:off x="9489525" y="418260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</a:p>
        </p:txBody>
      </p:sp>
      <p:sp>
        <p:nvSpPr>
          <p:cNvPr id="2" name="文本框 58">
            <a:extLst>
              <a:ext uri="{FF2B5EF4-FFF2-40B4-BE49-F238E27FC236}">
                <a16:creationId xmlns:a16="http://schemas.microsoft.com/office/drawing/2014/main" id="{845C1F2B-7D37-870C-0183-7F2A78667802}"/>
              </a:ext>
            </a:extLst>
          </p:cNvPr>
          <p:cNvSpPr txBox="1"/>
          <p:nvPr/>
        </p:nvSpPr>
        <p:spPr>
          <a:xfrm>
            <a:off x="37974" y="0"/>
            <a:ext cx="23286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</a:t>
            </a:r>
            <a:r>
              <a:rPr lang="en-US" altLang="ko-K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endParaRPr lang="en-US" altLang="ko-K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8">
            <a:extLst>
              <a:ext uri="{FF2B5EF4-FFF2-40B4-BE49-F238E27FC236}">
                <a16:creationId xmlns:a16="http://schemas.microsoft.com/office/drawing/2014/main" id="{77175277-BC68-71B3-8639-EFDD6288F35D}"/>
              </a:ext>
            </a:extLst>
          </p:cNvPr>
          <p:cNvSpPr/>
          <p:nvPr/>
        </p:nvSpPr>
        <p:spPr>
          <a:xfrm>
            <a:off x="9625254" y="2124284"/>
            <a:ext cx="360000" cy="1944000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68226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4491</TotalTime>
  <Words>639</Words>
  <Application>Microsoft Office PowerPoint</Application>
  <PresentationFormat>와이드스크린</PresentationFormat>
  <Paragraphs>186</Paragraphs>
  <Slides>17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KoPub돋움체 Medium</vt:lpstr>
      <vt:lpstr>맑은 고딕</vt:lpstr>
      <vt:lpstr>Arial</vt:lpstr>
      <vt:lpstr>Calibri</vt:lpstr>
      <vt:lpstr>Gill Sans Nova Ultra Bold</vt:lpstr>
      <vt:lpstr>Times New Roman</vt:lpstr>
      <vt:lpstr>Wingdings</vt:lpstr>
      <vt:lpstr>WPS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user0330</dc:creator>
  <cp:lastModifiedBy>PIAO ZHEGAO</cp:lastModifiedBy>
  <cp:revision>418</cp:revision>
  <dcterms:created xsi:type="dcterms:W3CDTF">2019-06-19T02:08:00Z</dcterms:created>
  <dcterms:modified xsi:type="dcterms:W3CDTF">2025-09-18T10:30:56Z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FB3E187DC46E4E22B3A0639505B1C5F3_13</vt:lpwstr>
  </property>
</Properties>
</file>